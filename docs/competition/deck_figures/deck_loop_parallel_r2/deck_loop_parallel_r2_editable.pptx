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7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多智能体并行回环 1/2 · 账本状态机与并行分派（round 2, side-by-side phase panels） [deck style; slide 16:9; pt_per_px=0.625]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l" descr="Editable text; source id hl"/>
          <p:cNvSpPr txBox="1"/>
          <p:nvPr/>
        </p:nvSpPr>
        <p:spPr>
          <a:xfrm>
            <a:off x="349249" y="952499"/>
            <a:ext cx="4357687" cy="380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906"/>
              </a:lnSpc>
              <a:spcBef>
                <a:spcPts val="0"/>
              </a:spcBef>
              <a:spcAft>
                <a:spcPts val="0"/>
              </a:spcAft>
              <a:defRPr sz="1999" b="1" i="0" lang="zh-CN" dirty="0">
                <a:solidFill>
                  <a:srgbClr val="1F2A4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99" b="1" i="0" lang="zh-CN" dirty="0">
                <a:solidFill>
                  <a:srgbClr val="1F2A44"/>
                </a:solidFill>
                <a:latin typeface="Noto Sans CJK SC"/>
                <a:ea typeface="Noto Sans CJK SC"/>
                <a:cs typeface="Noto Sans CJK SC"/>
              </a:rPr>
              <a:t>完成与否由程序判定，不由模型自报</a:t>
            </a:r>
          </a:p>
        </p:txBody>
      </p:sp>
      <p:sp>
        <p:nvSpPr>
          <p:cNvPr id="3" name="hl_n" descr="Editable text; source id hl_n"/>
          <p:cNvSpPr txBox="1"/>
          <p:nvPr/>
        </p:nvSpPr>
        <p:spPr>
          <a:xfrm>
            <a:off x="349249" y="1317624"/>
            <a:ext cx="4127499" cy="3174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359"/>
              </a:lnSpc>
              <a:spcBef>
                <a:spcPts val="0"/>
              </a:spcBef>
              <a:spcAft>
                <a:spcPts val="0"/>
              </a:spcAft>
              <a:defRPr sz="1624" b="1" i="0" lang="zh-CN" dirty="0">
                <a:solidFill>
                  <a:srgbClr val="2563EB"/>
                </a:solidFill>
                <a:latin typeface="DejaVu Sans"/>
                <a:ea typeface="DejaVu Sans"/>
                <a:cs typeface="DejaVu Sans"/>
              </a:defRPr>
            </a:pPr>
            <a:r>
              <a:rPr sz="1624" b="1" i="0" lang="zh-CN" dirty="0">
                <a:solidFill>
                  <a:srgbClr val="2563EB"/>
                </a:solidFill>
                <a:latin typeface="DejaVu Sans"/>
                <a:ea typeface="DejaVu Sans"/>
                <a:cs typeface="DejaVu Sans"/>
              </a:rPr>
              <a:t>9 </a:t>
            </a:r>
            <a:r>
              <a:rPr sz="1624" b="1" i="0" lang="zh-CN" dirty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道闸门</a:t>
            </a:r>
            <a:r>
              <a:rPr sz="1624" b="1" i="0" lang="zh-CN" dirty="0">
                <a:solidFill>
                  <a:srgbClr val="2563EB"/>
                </a:solidFill>
                <a:latin typeface="DejaVu Sans"/>
                <a:ea typeface="DejaVu Sans"/>
                <a:cs typeface="DejaVu Sans"/>
              </a:rPr>
              <a:t> · 29 </a:t>
            </a:r>
            <a:r>
              <a:rPr sz="1624" b="1" i="0" lang="zh-CN" dirty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批</a:t>
            </a:r>
            <a:r>
              <a:rPr sz="1624" b="1" i="0" lang="zh-CN" dirty="0">
                <a:solidFill>
                  <a:srgbClr val="2563EB"/>
                </a:solidFill>
                <a:latin typeface="DejaVu Sans"/>
                <a:ea typeface="DejaVu Sans"/>
                <a:cs typeface="DejaVu Sans"/>
              </a:rPr>
              <a:t> / 40 </a:t>
            </a:r>
            <a:r>
              <a:rPr sz="1624" b="1" i="0" lang="zh-CN" dirty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个子任务</a:t>
            </a:r>
          </a:p>
        </p:txBody>
      </p:sp>
      <p:sp>
        <p:nvSpPr>
          <p:cNvPr id="4" name="orc_sh" descr="Editable shape; source id orc_sh"/>
          <p:cNvSpPr/>
          <p:nvPr/>
        </p:nvSpPr>
        <p:spPr>
          <a:xfrm>
            <a:off x="5095874" y="1008062"/>
            <a:ext cx="3730624" cy="666749"/>
          </a:xfrm>
          <a:prstGeom prst="roundRect">
            <a:avLst>
              <a:gd name="adj" fmla="val 16666"/>
            </a:avLst>
          </a:prstGeom>
          <a:solidFill>
            <a:srgbClr val="E4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rc" descr="Editable shape; source id orc"/>
          <p:cNvSpPr/>
          <p:nvPr/>
        </p:nvSpPr>
        <p:spPr>
          <a:xfrm>
            <a:off x="5079999" y="968374"/>
            <a:ext cx="3730624" cy="666749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14287">
            <a:solidFill>
              <a:srgbClr val="CBD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rc_t" descr="Editable text; source id orc_t"/>
          <p:cNvSpPr txBox="1"/>
          <p:nvPr/>
        </p:nvSpPr>
        <p:spPr>
          <a:xfrm>
            <a:off x="5841999" y="1055687"/>
            <a:ext cx="2857499" cy="2698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093"/>
              </a:lnSpc>
              <a:spcBef>
                <a:spcPts val="0"/>
              </a:spcBef>
              <a:spcAft>
                <a:spcPts val="0"/>
              </a:spcAft>
              <a:defRPr sz="1437" b="1" i="0" lang="zh-CN" dirty="0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37" b="1" i="0" lang="zh-CN" dirty="0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编排器</a:t>
            </a:r>
          </a:p>
        </p:txBody>
      </p:sp>
      <p:sp>
        <p:nvSpPr>
          <p:cNvPr id="7" name="orc_s" descr="Editable text; source id orc_s"/>
          <p:cNvSpPr txBox="1"/>
          <p:nvPr/>
        </p:nvSpPr>
        <p:spPr>
          <a:xfrm>
            <a:off x="5841999" y="1341437"/>
            <a:ext cx="2857499" cy="206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546"/>
              </a:lnSpc>
              <a:spcBef>
                <a:spcPts val="0"/>
              </a:spcBef>
              <a:spcAft>
                <a:spcPts val="0"/>
              </a:spcAft>
              <a:defRPr sz="1062" b="0" i="0" lang="zh-CN" dirty="0">
                <a:solidFill>
                  <a:srgbClr val="6B72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62" b="0" i="0" lang="zh-CN" dirty="0">
                <a:solidFill>
                  <a:srgbClr val="6B7280"/>
                </a:solidFill>
                <a:latin typeface="Noto Sans CJK SC"/>
                <a:ea typeface="Noto Sans CJK SC"/>
                <a:cs typeface="Noto Sans CJK SC"/>
              </a:rPr>
              <a:t>建账本</a:t>
            </a:r>
            <a:r>
              <a:rPr sz="1062" b="0" i="0" lang="zh-CN" dirty="0">
                <a:solidFill>
                  <a:srgbClr val="6B7280"/>
                </a:solidFill>
                <a:latin typeface="DejaVu Sans"/>
                <a:ea typeface="DejaVu Sans"/>
                <a:cs typeface="DejaVu Sans"/>
              </a:rPr>
              <a:t> · </a:t>
            </a:r>
            <a:r>
              <a:rPr sz="1062" b="0" i="0" lang="zh-CN" dirty="0">
                <a:solidFill>
                  <a:srgbClr val="6B7280"/>
                </a:solidFill>
                <a:latin typeface="Noto Sans CJK SC"/>
                <a:ea typeface="Noto Sans CJK SC"/>
                <a:cs typeface="Noto Sans CJK SC"/>
              </a:rPr>
              <a:t>分派</a:t>
            </a:r>
            <a:r>
              <a:rPr sz="1062" b="0" i="0" lang="zh-CN" dirty="0">
                <a:solidFill>
                  <a:srgbClr val="6B7280"/>
                </a:solidFill>
                <a:latin typeface="DejaVu Sans"/>
                <a:ea typeface="DejaVu Sans"/>
                <a:cs typeface="DejaVu Sans"/>
              </a:rPr>
              <a:t> · </a:t>
            </a:r>
            <a:r>
              <a:rPr sz="1062" b="0" i="0" lang="zh-CN" dirty="0">
                <a:solidFill>
                  <a:srgbClr val="6B7280"/>
                </a:solidFill>
                <a:latin typeface="Noto Sans CJK SC"/>
                <a:ea typeface="Noto Sans CJK SC"/>
                <a:cs typeface="Noto Sans CJK SC"/>
              </a:rPr>
              <a:t>验闸门</a:t>
            </a:r>
            <a:r>
              <a:rPr sz="1062" b="0" i="0" lang="zh-CN" dirty="0">
                <a:solidFill>
                  <a:srgbClr val="6B7280"/>
                </a:solidFill>
                <a:latin typeface="DejaVu Sans"/>
                <a:ea typeface="DejaVu Sans"/>
                <a:cs typeface="DejaVu Sans"/>
              </a:rPr>
              <a:t> · </a:t>
            </a:r>
            <a:r>
              <a:rPr sz="1062" b="0" i="0" lang="zh-CN" dirty="0">
                <a:solidFill>
                  <a:srgbClr val="6B7280"/>
                </a:solidFill>
                <a:latin typeface="Noto Sans CJK SC"/>
                <a:ea typeface="Noto Sans CJK SC"/>
                <a:cs typeface="Noto Sans CJK SC"/>
              </a:rPr>
              <a:t>路由返工</a:t>
            </a:r>
          </a:p>
        </p:txBody>
      </p:sp>
      <p:pic>
        <p:nvPicPr>
          <p:cNvPr id="8" name="orc_art" descr="cropped from the image-model asset sheet, cell &quot;orchestrator&quot; (Codex image_gen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8266" y="1000124"/>
            <a:ext cx="545467" cy="603249"/>
          </a:xfrm>
          <a:prstGeom prst="rect">
            <a:avLst/>
          </a:prstGeom>
          <a:effectLst/>
        </p:spPr>
      </p:pic>
      <p:sp>
        <p:nvSpPr>
          <p:cNvPr id="9" name="lg" descr="Editable shape; source id lg"/>
          <p:cNvSpPr/>
          <p:nvPr/>
        </p:nvSpPr>
        <p:spPr>
          <a:xfrm>
            <a:off x="9985374" y="936624"/>
            <a:ext cx="1889124" cy="79374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4287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lg_k0" descr="Editable line; source id lg_k0"/>
          <p:cNvSpPr/>
          <p:nvPr/>
        </p:nvSpPr>
        <p:spPr>
          <a:xfrm>
            <a:off x="10112375" y="1012031"/>
            <a:ext cx="476250" cy="134937"/>
          </a:xfrm>
          <a:custGeom>
            <a:avLst/>
            <a:gdLst/>
            <a:ahLst/>
            <a:cxnLst/>
            <a:rect l="l" t="t" r="r" b="b"/>
            <a:pathLst>
              <a:path w="60000" h="17000">
                <a:moveTo>
                  <a:pt x="0" y="6000"/>
                </a:moveTo>
                <a:lnTo>
                  <a:pt x="40000" y="6000"/>
                </a:lnTo>
                <a:lnTo>
                  <a:pt x="40000" y="0"/>
                </a:lnTo>
                <a:lnTo>
                  <a:pt x="60000" y="8500"/>
                </a:lnTo>
                <a:lnTo>
                  <a:pt x="40000" y="17000"/>
                </a:lnTo>
                <a:lnTo>
                  <a:pt x="40000" y="11000"/>
                </a:lnTo>
                <a:lnTo>
                  <a:pt x="0" y="11000"/>
                </a:lnTo>
                <a:close/>
              </a:path>
            </a:pathLst>
          </a:cu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lg_l0" descr="Editable text; source id lg_l0"/>
          <p:cNvSpPr txBox="1"/>
          <p:nvPr/>
        </p:nvSpPr>
        <p:spPr>
          <a:xfrm>
            <a:off x="10683874" y="984249"/>
            <a:ext cx="1095374" cy="198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468"/>
              </a:lnSpc>
              <a:spcBef>
                <a:spcPts val="0"/>
              </a:spcBef>
              <a:spcAft>
                <a:spcPts val="0"/>
              </a:spcAft>
              <a:defRPr sz="999" b="0" i="0" lang="zh-CN" dirty="0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99" b="0" i="0" lang="zh-CN" dirty="0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主流程</a:t>
            </a:r>
          </a:p>
        </p:txBody>
      </p:sp>
      <p:cxnSp>
        <p:nvCxnSpPr>
          <p:cNvPr id="12" name="lg_k1" descr="Editable line; source id lg_k1"/>
          <p:cNvCxnSpPr/>
          <p:nvPr/>
        </p:nvCxnSpPr>
        <p:spPr>
          <a:xfrm>
            <a:off x="10112374" y="1254124"/>
            <a:ext cx="476250" cy="0"/>
          </a:xfrm>
          <a:prstGeom prst="line">
            <a:avLst/>
          </a:prstGeom>
          <a:ln w="23812">
            <a:solidFill>
              <a:srgbClr val="2563EB"/>
            </a:solidFill>
            <a:custDash>
              <a:ds d="333333" sp="233333"/>
            </a:custDash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lg_l1" descr="Editable text; source id lg_l1"/>
          <p:cNvSpPr txBox="1"/>
          <p:nvPr/>
        </p:nvSpPr>
        <p:spPr>
          <a:xfrm>
            <a:off x="10683874" y="1150937"/>
            <a:ext cx="1095374" cy="198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468"/>
              </a:lnSpc>
              <a:spcBef>
                <a:spcPts val="0"/>
              </a:spcBef>
              <a:spcAft>
                <a:spcPts val="0"/>
              </a:spcAft>
              <a:defRPr sz="999" b="0" i="0" lang="zh-CN" dirty="0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99" b="0" i="0" lang="zh-CN" dirty="0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并行分派</a:t>
            </a:r>
          </a:p>
        </p:txBody>
      </p:sp>
      <p:sp>
        <p:nvSpPr>
          <p:cNvPr id="14" name="lg_k2" descr="Editable line; source id lg_k2"/>
          <p:cNvSpPr/>
          <p:nvPr/>
        </p:nvSpPr>
        <p:spPr>
          <a:xfrm>
            <a:off x="10112375" y="1333500"/>
            <a:ext cx="476250" cy="158750"/>
          </a:xfrm>
          <a:custGeom>
            <a:avLst/>
            <a:gdLst/>
            <a:ahLst/>
            <a:cxnLst/>
            <a:rect l="l" t="t" r="r" b="b"/>
            <a:pathLst>
              <a:path w="60000" h="20000">
                <a:moveTo>
                  <a:pt x="0" y="7000"/>
                </a:moveTo>
                <a:lnTo>
                  <a:pt x="36000" y="7000"/>
                </a:lnTo>
                <a:lnTo>
                  <a:pt x="36000" y="0"/>
                </a:lnTo>
                <a:lnTo>
                  <a:pt x="60000" y="10000"/>
                </a:lnTo>
                <a:lnTo>
                  <a:pt x="36000" y="20000"/>
                </a:lnTo>
                <a:lnTo>
                  <a:pt x="36000" y="13000"/>
                </a:lnTo>
                <a:lnTo>
                  <a:pt x="0" y="13000"/>
                </a:lnTo>
                <a:close/>
              </a:path>
            </a:pathLst>
          </a:cu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lg_l2" descr="Editable text; source id lg_l2"/>
          <p:cNvSpPr txBox="1"/>
          <p:nvPr/>
        </p:nvSpPr>
        <p:spPr>
          <a:xfrm>
            <a:off x="10683874" y="1317624"/>
            <a:ext cx="1095374" cy="198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468"/>
              </a:lnSpc>
              <a:spcBef>
                <a:spcPts val="0"/>
              </a:spcBef>
              <a:spcAft>
                <a:spcPts val="0"/>
              </a:spcAft>
              <a:defRPr sz="999" b="0" i="0" lang="zh-CN" dirty="0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99" b="0" i="0" lang="zh-CN" dirty="0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返工回路</a:t>
            </a:r>
          </a:p>
        </p:txBody>
      </p:sp>
      <p:sp>
        <p:nvSpPr>
          <p:cNvPr id="16" name="lg_k3" descr="Editable line; source id lg_k3"/>
          <p:cNvSpPr/>
          <p:nvPr/>
        </p:nvSpPr>
        <p:spPr>
          <a:xfrm>
            <a:off x="10112375" y="1547812"/>
            <a:ext cx="476250" cy="79375"/>
          </a:xfrm>
          <a:custGeom>
            <a:avLst/>
            <a:gdLst/>
            <a:ahLst/>
            <a:cxnLst/>
            <a:rect l="l" t="t" r="r" b="b"/>
            <a:pathLst>
              <a:path w="60000" h="10000">
                <a:moveTo>
                  <a:pt x="0" y="4000"/>
                </a:moveTo>
                <a:lnTo>
                  <a:pt x="48000" y="4000"/>
                </a:lnTo>
                <a:lnTo>
                  <a:pt x="48000" y="0"/>
                </a:lnTo>
                <a:lnTo>
                  <a:pt x="60000" y="5000"/>
                </a:lnTo>
                <a:lnTo>
                  <a:pt x="48000" y="10000"/>
                </a:lnTo>
                <a:lnTo>
                  <a:pt x="48000" y="6000"/>
                </a:lnTo>
                <a:lnTo>
                  <a:pt x="0" y="6000"/>
                </a:lnTo>
                <a:close/>
              </a:path>
            </a:pathLst>
          </a:custGeom>
          <a:solidFill>
            <a:srgbClr val="9CA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lg_l3" descr="Editable text; source id lg_l3"/>
          <p:cNvSpPr txBox="1"/>
          <p:nvPr/>
        </p:nvSpPr>
        <p:spPr>
          <a:xfrm>
            <a:off x="10683874" y="1484312"/>
            <a:ext cx="1095374" cy="198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468"/>
              </a:lnSpc>
              <a:spcBef>
                <a:spcPts val="0"/>
              </a:spcBef>
              <a:spcAft>
                <a:spcPts val="0"/>
              </a:spcAft>
              <a:defRPr sz="999" b="0" i="0" lang="zh-CN" dirty="0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99" b="0" i="0" lang="zh-CN" dirty="0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落账</a:t>
            </a:r>
          </a:p>
        </p:txBody>
      </p:sp>
      <p:sp>
        <p:nvSpPr>
          <p:cNvPr id="18" name="p1" descr="Editable shape; source id p1"/>
          <p:cNvSpPr/>
          <p:nvPr/>
        </p:nvSpPr>
        <p:spPr>
          <a:xfrm>
            <a:off x="1984374" y="1873249"/>
            <a:ext cx="3174999" cy="3111499"/>
          </a:xfrm>
          <a:prstGeom prst="roundRect">
            <a:avLst>
              <a:gd name="adj" fmla="val 5102"/>
            </a:avLst>
          </a:prstGeom>
          <a:solidFill>
            <a:srgbClr val="E8F1FD"/>
          </a:solidFill>
          <a:ln w="15874">
            <a:solidFill>
              <a:srgbClr val="9DB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p1_b" descr="Editable shape; source id p1_b"/>
          <p:cNvSpPr/>
          <p:nvPr/>
        </p:nvSpPr>
        <p:spPr>
          <a:xfrm>
            <a:off x="2047874" y="1936749"/>
            <a:ext cx="3047999" cy="317499"/>
          </a:xfrm>
          <a:prstGeom prst="roundRect">
            <a:avLst>
              <a:gd name="adj" fmla="val 35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p1_l" descr="Editable text; source id p1_l"/>
          <p:cNvSpPr txBox="1"/>
          <p:nvPr/>
        </p:nvSpPr>
        <p:spPr>
          <a:xfrm>
            <a:off x="2174874" y="1936749"/>
            <a:ext cx="2793999" cy="3174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265"/>
              </a:lnSpc>
              <a:spcBef>
                <a:spcPts val="0"/>
              </a:spcBef>
              <a:spcAft>
                <a:spcPts val="0"/>
              </a:spcAft>
              <a:defRPr sz="1562" b="1" i="0" lang="zh-CN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62" b="1" i="0" lang="zh-CN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 · </a:t>
            </a:r>
            <a:r>
              <a:rPr sz="1562" b="1" i="0" lang="zh-CN" dirty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立项取证</a:t>
            </a:r>
          </a:p>
        </p:txBody>
      </p:sp>
      <p:sp>
        <p:nvSpPr>
          <p:cNvPr id="21" name="p2" descr="Editable shape; source id p2"/>
          <p:cNvSpPr/>
          <p:nvPr/>
        </p:nvSpPr>
        <p:spPr>
          <a:xfrm>
            <a:off x="5318124" y="1873249"/>
            <a:ext cx="3174999" cy="3111499"/>
          </a:xfrm>
          <a:prstGeom prst="roundRect">
            <a:avLst>
              <a:gd name="adj" fmla="val 5102"/>
            </a:avLst>
          </a:prstGeom>
          <a:solidFill>
            <a:srgbClr val="E3F6EA"/>
          </a:solidFill>
          <a:ln w="15874">
            <a:solidFill>
              <a:srgbClr val="9BD9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p2_b" descr="Editable shape; source id p2_b"/>
          <p:cNvSpPr/>
          <p:nvPr/>
        </p:nvSpPr>
        <p:spPr>
          <a:xfrm>
            <a:off x="5381624" y="1936749"/>
            <a:ext cx="3047999" cy="317499"/>
          </a:xfrm>
          <a:prstGeom prst="roundRect">
            <a:avLst>
              <a:gd name="adj" fmla="val 35000"/>
            </a:avLst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p2_l" descr="Editable text; source id p2_l"/>
          <p:cNvSpPr txBox="1"/>
          <p:nvPr/>
        </p:nvSpPr>
        <p:spPr>
          <a:xfrm>
            <a:off x="5508624" y="1936749"/>
            <a:ext cx="2793999" cy="3174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265"/>
              </a:lnSpc>
              <a:spcBef>
                <a:spcPts val="0"/>
              </a:spcBef>
              <a:spcAft>
                <a:spcPts val="0"/>
              </a:spcAft>
              <a:defRPr sz="1562" b="1" i="0" lang="zh-CN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62" b="1" i="0" lang="zh-CN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 · </a:t>
            </a:r>
            <a:r>
              <a:rPr sz="1562" b="1" i="0" lang="zh-CN" dirty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并行生产</a:t>
            </a:r>
          </a:p>
        </p:txBody>
      </p:sp>
      <p:sp>
        <p:nvSpPr>
          <p:cNvPr id="24" name="p3" descr="Editable shape; source id p3"/>
          <p:cNvSpPr/>
          <p:nvPr/>
        </p:nvSpPr>
        <p:spPr>
          <a:xfrm>
            <a:off x="8651874" y="1873249"/>
            <a:ext cx="3222624" cy="3111499"/>
          </a:xfrm>
          <a:prstGeom prst="roundRect">
            <a:avLst>
              <a:gd name="adj" fmla="val 5102"/>
            </a:avLst>
          </a:prstGeom>
          <a:solidFill>
            <a:srgbClr val="EFEBFE"/>
          </a:solidFill>
          <a:ln w="15874">
            <a:solidFill>
              <a:srgbClr val="C4B5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p3_b" descr="Editable shape; source id p3_b"/>
          <p:cNvSpPr/>
          <p:nvPr/>
        </p:nvSpPr>
        <p:spPr>
          <a:xfrm>
            <a:off x="8715374" y="1936749"/>
            <a:ext cx="3095624" cy="317499"/>
          </a:xfrm>
          <a:prstGeom prst="roundRect">
            <a:avLst>
              <a:gd name="adj" fmla="val 35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p3_l" descr="Editable text; source id p3_l"/>
          <p:cNvSpPr txBox="1"/>
          <p:nvPr/>
        </p:nvSpPr>
        <p:spPr>
          <a:xfrm>
            <a:off x="8842374" y="1936749"/>
            <a:ext cx="2841624" cy="3174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265"/>
              </a:lnSpc>
              <a:spcBef>
                <a:spcPts val="0"/>
              </a:spcBef>
              <a:spcAft>
                <a:spcPts val="0"/>
              </a:spcAft>
              <a:defRPr sz="1562" b="1" i="0" lang="zh-CN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62" b="1" i="0" lang="zh-CN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 · </a:t>
            </a:r>
            <a:r>
              <a:rPr sz="1562" b="1" i="0" lang="zh-CN" dirty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对抗审稿与交付</a:t>
            </a:r>
          </a:p>
        </p:txBody>
      </p:sp>
      <p:sp>
        <p:nvSpPr>
          <p:cNvPr id="27" name="topic_sh" descr="Editable shape; source id topic_sh"/>
          <p:cNvSpPr/>
          <p:nvPr/>
        </p:nvSpPr>
        <p:spPr>
          <a:xfrm>
            <a:off x="333374" y="2468562"/>
            <a:ext cx="1508124" cy="1508124"/>
          </a:xfrm>
          <a:prstGeom prst="roundRect">
            <a:avLst>
              <a:gd name="adj" fmla="val 7368"/>
            </a:avLst>
          </a:prstGeom>
          <a:solidFill>
            <a:srgbClr val="E4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opic" descr="Editable shape; source id topic"/>
          <p:cNvSpPr/>
          <p:nvPr/>
        </p:nvSpPr>
        <p:spPr>
          <a:xfrm>
            <a:off x="317499" y="2428874"/>
            <a:ext cx="1508124" cy="1508124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4287">
            <a:solidFill>
              <a:srgbClr val="CBD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topic_art" descr="cropped from the image-model asset sheet, cell &quot;researcher&quot; (Codex image_gen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145" y="2492374"/>
            <a:ext cx="754834" cy="825499"/>
          </a:xfrm>
          <a:prstGeom prst="rect">
            <a:avLst/>
          </a:prstGeom>
          <a:effectLst/>
        </p:spPr>
      </p:pic>
      <p:sp>
        <p:nvSpPr>
          <p:cNvPr id="30" name="topic_t" descr="Editable text; source id topic_t"/>
          <p:cNvSpPr txBox="1"/>
          <p:nvPr/>
        </p:nvSpPr>
        <p:spPr>
          <a:xfrm>
            <a:off x="365124" y="3333749"/>
            <a:ext cx="1412874" cy="2619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031"/>
              </a:lnSpc>
              <a:spcBef>
                <a:spcPts val="0"/>
              </a:spcBef>
              <a:spcAft>
                <a:spcPts val="0"/>
              </a:spcAft>
              <a:defRPr sz="1401" b="1" i="0" lang="zh-CN" dirty="0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01" b="1" i="0" lang="zh-CN" dirty="0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研究主题</a:t>
            </a:r>
          </a:p>
        </p:txBody>
      </p:sp>
      <p:sp>
        <p:nvSpPr>
          <p:cNvPr id="31" name="topic_s" descr="Editable text; source id topic_s"/>
          <p:cNvSpPr txBox="1"/>
          <p:nvPr/>
        </p:nvSpPr>
        <p:spPr>
          <a:xfrm>
            <a:off x="365124" y="3595687"/>
            <a:ext cx="1412874" cy="198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31"/>
              </a:lnSpc>
              <a:spcBef>
                <a:spcPts val="0"/>
              </a:spcBef>
              <a:spcAft>
                <a:spcPts val="0"/>
              </a:spcAft>
              <a:defRPr sz="1050" b="0" i="0" lang="zh-CN" dirty="0">
                <a:solidFill>
                  <a:srgbClr val="6B72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 i="0" lang="zh-CN" dirty="0">
                <a:solidFill>
                  <a:srgbClr val="6B7280"/>
                </a:solidFill>
                <a:latin typeface="Noto Sans CJK SC"/>
                <a:ea typeface="Noto Sans CJK SC"/>
                <a:cs typeface="Noto Sans CJK SC"/>
              </a:rPr>
              <a:t>一行输入</a:t>
            </a:r>
          </a:p>
        </p:txBody>
      </p:sp>
      <p:sp>
        <p:nvSpPr>
          <p:cNvPr id="32" name="f_topic_0" descr="Editable line; source id f_topic_0"/>
          <p:cNvSpPr/>
          <p:nvPr/>
        </p:nvSpPr>
        <p:spPr>
          <a:xfrm>
            <a:off x="1865312" y="2512219"/>
            <a:ext cx="206375" cy="134937"/>
          </a:xfrm>
          <a:custGeom>
            <a:avLst/>
            <a:gdLst/>
            <a:ahLst/>
            <a:cxnLst/>
            <a:rect l="l" t="t" r="r" b="b"/>
            <a:pathLst>
              <a:path w="26000" h="17000">
                <a:moveTo>
                  <a:pt x="0" y="6000"/>
                </a:moveTo>
                <a:lnTo>
                  <a:pt x="6000" y="6000"/>
                </a:lnTo>
                <a:lnTo>
                  <a:pt x="6000" y="0"/>
                </a:lnTo>
                <a:lnTo>
                  <a:pt x="26000" y="8500"/>
                </a:lnTo>
                <a:lnTo>
                  <a:pt x="6000" y="17000"/>
                </a:lnTo>
                <a:lnTo>
                  <a:pt x="6000" y="11000"/>
                </a:lnTo>
                <a:lnTo>
                  <a:pt x="0" y="11000"/>
                </a:lnTo>
                <a:close/>
              </a:path>
            </a:pathLst>
          </a:cu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scope_sh" descr="Editable shape; source id scope_sh"/>
          <p:cNvSpPr/>
          <p:nvPr/>
        </p:nvSpPr>
        <p:spPr>
          <a:xfrm>
            <a:off x="2127249" y="2357437"/>
            <a:ext cx="2920999" cy="523874"/>
          </a:xfrm>
          <a:prstGeom prst="roundRect">
            <a:avLst>
              <a:gd name="adj" fmla="val 21212"/>
            </a:avLst>
          </a:prstGeom>
          <a:solidFill>
            <a:srgbClr val="E4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scope" descr="Editable shape; source id scope"/>
          <p:cNvSpPr/>
          <p:nvPr/>
        </p:nvSpPr>
        <p:spPr>
          <a:xfrm>
            <a:off x="2111374" y="2317749"/>
            <a:ext cx="2920999" cy="523874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 w="14287">
            <a:solidFill>
              <a:srgbClr val="CBD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scope_t" descr="Editable text; source id scope_t"/>
          <p:cNvSpPr txBox="1"/>
          <p:nvPr/>
        </p:nvSpPr>
        <p:spPr>
          <a:xfrm>
            <a:off x="2746374" y="2333624"/>
            <a:ext cx="2174874" cy="2698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093"/>
              </a:lnSpc>
              <a:spcBef>
                <a:spcPts val="0"/>
              </a:spcBef>
              <a:spcAft>
                <a:spcPts val="0"/>
              </a:spcAft>
              <a:defRPr sz="1437" b="1" i="0" lang="zh-CN" dirty="0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37" b="1" i="0" lang="zh-CN" dirty="0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范围界定</a:t>
            </a:r>
          </a:p>
        </p:txBody>
      </p:sp>
      <p:sp>
        <p:nvSpPr>
          <p:cNvPr id="36" name="scope_s" descr="Editable text; source id scope_s"/>
          <p:cNvSpPr txBox="1"/>
          <p:nvPr/>
        </p:nvSpPr>
        <p:spPr>
          <a:xfrm>
            <a:off x="2746374" y="2619374"/>
            <a:ext cx="2174874" cy="206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546"/>
              </a:lnSpc>
              <a:spcBef>
                <a:spcPts val="0"/>
              </a:spcBef>
              <a:spcAft>
                <a:spcPts val="0"/>
              </a:spcAft>
              <a:defRPr sz="1062" b="0" i="0" lang="zh-CN" dirty="0">
                <a:solidFill>
                  <a:srgbClr val="6B72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62" b="0" i="0" lang="zh-CN" dirty="0">
                <a:solidFill>
                  <a:srgbClr val="6B7280"/>
                </a:solidFill>
                <a:latin typeface="Noto Sans CJK SC"/>
                <a:ea typeface="Noto Sans CJK SC"/>
                <a:cs typeface="Noto Sans CJK SC"/>
              </a:rPr>
              <a:t>子主题与边界</a:t>
            </a:r>
          </a:p>
        </p:txBody>
      </p:sp>
      <p:pic>
        <p:nvPicPr>
          <p:cNvPr id="37" name="scope_art" descr="cropped from the image-model asset sheet, cell &quot;scope&quot; (Codex image_gen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9488" y="2341562"/>
            <a:ext cx="458772" cy="476249"/>
          </a:xfrm>
          <a:prstGeom prst="rect">
            <a:avLst/>
          </a:prstGeom>
          <a:effectLst/>
        </p:spPr>
      </p:pic>
      <p:sp>
        <p:nvSpPr>
          <p:cNvPr id="38" name="lit_sh" descr="Editable shape; source id lit_sh"/>
          <p:cNvSpPr/>
          <p:nvPr/>
        </p:nvSpPr>
        <p:spPr>
          <a:xfrm>
            <a:off x="2127249" y="3135312"/>
            <a:ext cx="1404937" cy="984249"/>
          </a:xfrm>
          <a:prstGeom prst="roundRect">
            <a:avLst>
              <a:gd name="adj" fmla="val 11290"/>
            </a:avLst>
          </a:prstGeom>
          <a:solidFill>
            <a:srgbClr val="E4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lit" descr="Editable shape; source id lit"/>
          <p:cNvSpPr/>
          <p:nvPr/>
        </p:nvSpPr>
        <p:spPr>
          <a:xfrm>
            <a:off x="2111374" y="3095624"/>
            <a:ext cx="1404937" cy="984249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4287">
            <a:solidFill>
              <a:srgbClr val="CBD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lit_art" descr="cropped from the image-model asset sheet, cell &quot;search&quot; (Codex image_gen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87624" y="3186714"/>
            <a:ext cx="444499" cy="389320"/>
          </a:xfrm>
          <a:prstGeom prst="rect">
            <a:avLst/>
          </a:prstGeom>
          <a:effectLst/>
        </p:spPr>
      </p:pic>
      <p:sp>
        <p:nvSpPr>
          <p:cNvPr id="41" name="lit_t" descr="Editable text; source id lit_t"/>
          <p:cNvSpPr txBox="1"/>
          <p:nvPr/>
        </p:nvSpPr>
        <p:spPr>
          <a:xfrm>
            <a:off x="2158999" y="3619499"/>
            <a:ext cx="1309687" cy="2619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031"/>
              </a:lnSpc>
              <a:spcBef>
                <a:spcPts val="0"/>
              </a:spcBef>
              <a:spcAft>
                <a:spcPts val="0"/>
              </a:spcAft>
              <a:defRPr sz="1401" b="1" i="0" lang="zh-CN" dirty="0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01" b="1" i="0" lang="zh-CN" dirty="0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文献检索</a:t>
            </a:r>
          </a:p>
        </p:txBody>
      </p:sp>
      <p:sp>
        <p:nvSpPr>
          <p:cNvPr id="42" name="lit_s" descr="Editable text; source id lit_s"/>
          <p:cNvSpPr txBox="1"/>
          <p:nvPr/>
        </p:nvSpPr>
        <p:spPr>
          <a:xfrm>
            <a:off x="2158999" y="3881437"/>
            <a:ext cx="1309687" cy="198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31"/>
              </a:lnSpc>
              <a:spcBef>
                <a:spcPts val="0"/>
              </a:spcBef>
              <a:spcAft>
                <a:spcPts val="0"/>
              </a:spcAft>
              <a:defRPr sz="1050" b="0" i="0" lang="zh-CN" dirty="0">
                <a:solidFill>
                  <a:srgbClr val="6B7280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 i="0" lang="zh-CN" dirty="0">
                <a:solidFill>
                  <a:srgbClr val="6B7280"/>
                </a:solidFill>
                <a:latin typeface="DejaVu Sans"/>
                <a:ea typeface="DejaVu Sans"/>
                <a:cs typeface="DejaVu Sans"/>
              </a:rPr>
              <a:t>≥3 </a:t>
            </a:r>
            <a:r>
              <a:rPr sz="1050" b="0" i="0" lang="zh-CN" dirty="0">
                <a:solidFill>
                  <a:srgbClr val="6B7280"/>
                </a:solidFill>
                <a:latin typeface="Noto Sans CJK SC"/>
                <a:ea typeface="Noto Sans CJK SC"/>
                <a:cs typeface="Noto Sans CJK SC"/>
              </a:rPr>
              <a:t>路分片并发</a:t>
            </a:r>
          </a:p>
        </p:txBody>
      </p:sp>
      <p:sp>
        <p:nvSpPr>
          <p:cNvPr id="43" name="style_sh" descr="Editable shape; source id style_sh"/>
          <p:cNvSpPr/>
          <p:nvPr/>
        </p:nvSpPr>
        <p:spPr>
          <a:xfrm>
            <a:off x="3643312" y="3135312"/>
            <a:ext cx="1404937" cy="984249"/>
          </a:xfrm>
          <a:prstGeom prst="roundRect">
            <a:avLst>
              <a:gd name="adj" fmla="val 11290"/>
            </a:avLst>
          </a:prstGeom>
          <a:solidFill>
            <a:srgbClr val="E4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style" descr="Editable shape; source id style"/>
          <p:cNvSpPr/>
          <p:nvPr/>
        </p:nvSpPr>
        <p:spPr>
          <a:xfrm>
            <a:off x="3627437" y="3095624"/>
            <a:ext cx="1404937" cy="984249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4287">
            <a:solidFill>
              <a:srgbClr val="CBD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style_art" descr="cropped from the image-model asset sheet, cell &quot;style&quot; (Codex image_gen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1624" y="3214687"/>
            <a:ext cx="444499" cy="333374"/>
          </a:xfrm>
          <a:prstGeom prst="rect">
            <a:avLst/>
          </a:prstGeom>
          <a:effectLst/>
        </p:spPr>
      </p:pic>
      <p:sp>
        <p:nvSpPr>
          <p:cNvPr id="46" name="style_t" descr="Editable text; source id style_t"/>
          <p:cNvSpPr txBox="1"/>
          <p:nvPr/>
        </p:nvSpPr>
        <p:spPr>
          <a:xfrm>
            <a:off x="3675062" y="3619499"/>
            <a:ext cx="1309687" cy="2619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031"/>
              </a:lnSpc>
              <a:spcBef>
                <a:spcPts val="0"/>
              </a:spcBef>
              <a:spcAft>
                <a:spcPts val="0"/>
              </a:spcAft>
              <a:defRPr sz="1401" b="1" i="0" lang="zh-CN" dirty="0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01" b="1" i="0" lang="zh-CN" dirty="0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风格库</a:t>
            </a:r>
          </a:p>
        </p:txBody>
      </p:sp>
      <p:sp>
        <p:nvSpPr>
          <p:cNvPr id="47" name="style_s" descr="Editable text; source id style_s"/>
          <p:cNvSpPr txBox="1"/>
          <p:nvPr/>
        </p:nvSpPr>
        <p:spPr>
          <a:xfrm>
            <a:off x="3675062" y="3881437"/>
            <a:ext cx="1309687" cy="198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31"/>
              </a:lnSpc>
              <a:spcBef>
                <a:spcPts val="0"/>
              </a:spcBef>
              <a:spcAft>
                <a:spcPts val="0"/>
              </a:spcAft>
              <a:defRPr sz="1050" b="0" i="0" lang="zh-CN" dirty="0">
                <a:solidFill>
                  <a:srgbClr val="6B7280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 i="0" lang="zh-CN" dirty="0">
                <a:solidFill>
                  <a:srgbClr val="6B7280"/>
                </a:solidFill>
                <a:latin typeface="DejaVu Sans"/>
                <a:ea typeface="DejaVu Sans"/>
                <a:cs typeface="DejaVu Sans"/>
              </a:rPr>
              <a:t>30 </a:t>
            </a:r>
            <a:r>
              <a:rPr sz="1050" b="0" i="0" lang="zh-CN" dirty="0">
                <a:solidFill>
                  <a:srgbClr val="6B7280"/>
                </a:solidFill>
                <a:latin typeface="Noto Sans CJK SC"/>
                <a:ea typeface="Noto Sans CJK SC"/>
                <a:cs typeface="Noto Sans CJK SC"/>
              </a:rPr>
              <a:t>篇范文</a:t>
            </a:r>
          </a:p>
        </p:txBody>
      </p:sp>
      <p:sp>
        <p:nvSpPr>
          <p:cNvPr id="48" name="ref_sh" descr="Editable shape; source id ref_sh"/>
          <p:cNvSpPr/>
          <p:nvPr/>
        </p:nvSpPr>
        <p:spPr>
          <a:xfrm>
            <a:off x="2127249" y="4373562"/>
            <a:ext cx="2920999" cy="523874"/>
          </a:xfrm>
          <a:prstGeom prst="roundRect">
            <a:avLst>
              <a:gd name="adj" fmla="val 21212"/>
            </a:avLst>
          </a:prstGeom>
          <a:solidFill>
            <a:srgbClr val="E4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f" descr="Editable shape; source id ref"/>
          <p:cNvSpPr/>
          <p:nvPr/>
        </p:nvSpPr>
        <p:spPr>
          <a:xfrm>
            <a:off x="2111374" y="4333874"/>
            <a:ext cx="2920999" cy="523874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 w="14287">
            <a:solidFill>
              <a:srgbClr val="CBD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f_t" descr="Editable text; source id ref_t"/>
          <p:cNvSpPr txBox="1"/>
          <p:nvPr/>
        </p:nvSpPr>
        <p:spPr>
          <a:xfrm>
            <a:off x="2746374" y="4349749"/>
            <a:ext cx="2174874" cy="2698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093"/>
              </a:lnSpc>
              <a:spcBef>
                <a:spcPts val="0"/>
              </a:spcBef>
              <a:spcAft>
                <a:spcPts val="0"/>
              </a:spcAft>
              <a:defRPr sz="1437" b="1" i="0" lang="zh-CN" dirty="0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37" b="1" i="0" lang="zh-CN" dirty="0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引用核查</a:t>
            </a:r>
          </a:p>
        </p:txBody>
      </p:sp>
      <p:sp>
        <p:nvSpPr>
          <p:cNvPr id="51" name="ref_s" descr="Editable text; source id ref_s"/>
          <p:cNvSpPr txBox="1"/>
          <p:nvPr/>
        </p:nvSpPr>
        <p:spPr>
          <a:xfrm>
            <a:off x="2746374" y="4635499"/>
            <a:ext cx="2174874" cy="206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546"/>
              </a:lnSpc>
              <a:spcBef>
                <a:spcPts val="0"/>
              </a:spcBef>
              <a:spcAft>
                <a:spcPts val="0"/>
              </a:spcAft>
              <a:defRPr sz="1062" b="0" i="0" lang="zh-CN" dirty="0">
                <a:solidFill>
                  <a:srgbClr val="6B7280"/>
                </a:solidFill>
                <a:latin typeface="DejaVu Sans"/>
                <a:ea typeface="DejaVu Sans"/>
                <a:cs typeface="DejaVu Sans"/>
              </a:defRPr>
            </a:pPr>
            <a:r>
              <a:rPr sz="1062" b="0" i="0" lang="zh-CN" dirty="0">
                <a:solidFill>
                  <a:srgbClr val="6B7280"/>
                </a:solidFill>
                <a:latin typeface="DejaVu Sans"/>
                <a:ea typeface="DejaVu Sans"/>
                <a:cs typeface="DejaVu Sans"/>
              </a:rPr>
              <a:t>51/51 </a:t>
            </a:r>
            <a:r>
              <a:rPr sz="1062" b="0" i="0" lang="zh-CN" dirty="0">
                <a:solidFill>
                  <a:srgbClr val="6B7280"/>
                </a:solidFill>
                <a:latin typeface="Noto Sans CJK SC"/>
                <a:ea typeface="Noto Sans CJK SC"/>
                <a:cs typeface="Noto Sans CJK SC"/>
              </a:rPr>
              <a:t>逐条核对</a:t>
            </a:r>
          </a:p>
        </p:txBody>
      </p:sp>
      <p:pic>
        <p:nvPicPr>
          <p:cNvPr id="52" name="ref_art" descr="cropped from the image-model asset sheet, cell &quot;refguard&quot; (Codex image_gen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90749" y="4426761"/>
            <a:ext cx="476249" cy="338101"/>
          </a:xfrm>
          <a:prstGeom prst="rect">
            <a:avLst/>
          </a:prstGeom>
          <a:effectLst/>
        </p:spPr>
      </p:pic>
      <p:sp>
        <p:nvSpPr>
          <p:cNvPr id="53" name="f_p1a0_0" descr="Editable line; source id f_p1a0_0"/>
          <p:cNvSpPr/>
          <p:nvPr/>
        </p:nvSpPr>
        <p:spPr>
          <a:xfrm>
            <a:off x="2749153" y="2881312"/>
            <a:ext cx="121444" cy="166687"/>
          </a:xfrm>
          <a:custGeom>
            <a:avLst/>
            <a:gdLst/>
            <a:ahLst/>
            <a:cxnLst/>
            <a:rect l="l" t="t" r="r" b="b"/>
            <a:pathLst>
              <a:path w="15300" h="21000">
                <a:moveTo>
                  <a:pt x="10150" y="0"/>
                </a:moveTo>
                <a:lnTo>
                  <a:pt x="10150" y="3000"/>
                </a:lnTo>
                <a:lnTo>
                  <a:pt x="15300" y="3000"/>
                </a:lnTo>
                <a:lnTo>
                  <a:pt x="7650" y="21000"/>
                </a:lnTo>
                <a:lnTo>
                  <a:pt x="0" y="3000"/>
                </a:lnTo>
                <a:lnTo>
                  <a:pt x="5150" y="3000"/>
                </a:lnTo>
                <a:lnTo>
                  <a:pt x="5150" y="0"/>
                </a:lnTo>
                <a:close/>
              </a:path>
            </a:pathLst>
          </a:cu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f_p1b0_0" descr="Editable line; source id f_p1b0_0"/>
          <p:cNvSpPr/>
          <p:nvPr/>
        </p:nvSpPr>
        <p:spPr>
          <a:xfrm>
            <a:off x="2752725" y="4127500"/>
            <a:ext cx="114300" cy="158750"/>
          </a:xfrm>
          <a:custGeom>
            <a:avLst/>
            <a:gdLst/>
            <a:ahLst/>
            <a:cxnLst/>
            <a:rect l="l" t="t" r="r" b="b"/>
            <a:pathLst>
              <a:path w="14400" h="20000">
                <a:moveTo>
                  <a:pt x="9700" y="0"/>
                </a:moveTo>
                <a:lnTo>
                  <a:pt x="9700" y="3000"/>
                </a:lnTo>
                <a:lnTo>
                  <a:pt x="14400" y="3000"/>
                </a:lnTo>
                <a:lnTo>
                  <a:pt x="7200" y="20000"/>
                </a:lnTo>
                <a:lnTo>
                  <a:pt x="0" y="3000"/>
                </a:lnTo>
                <a:lnTo>
                  <a:pt x="4700" y="3000"/>
                </a:lnTo>
                <a:lnTo>
                  <a:pt x="4700" y="0"/>
                </a:lnTo>
                <a:close/>
              </a:path>
            </a:pathLst>
          </a:cu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f_p1a1_0" descr="Editable line; source id f_p1a1_0"/>
          <p:cNvSpPr/>
          <p:nvPr/>
        </p:nvSpPr>
        <p:spPr>
          <a:xfrm>
            <a:off x="4273153" y="2881312"/>
            <a:ext cx="121444" cy="166687"/>
          </a:xfrm>
          <a:custGeom>
            <a:avLst/>
            <a:gdLst/>
            <a:ahLst/>
            <a:cxnLst/>
            <a:rect l="l" t="t" r="r" b="b"/>
            <a:pathLst>
              <a:path w="15300" h="21000">
                <a:moveTo>
                  <a:pt x="10150" y="0"/>
                </a:moveTo>
                <a:lnTo>
                  <a:pt x="10150" y="3000"/>
                </a:lnTo>
                <a:lnTo>
                  <a:pt x="15300" y="3000"/>
                </a:lnTo>
                <a:lnTo>
                  <a:pt x="7650" y="21000"/>
                </a:lnTo>
                <a:lnTo>
                  <a:pt x="0" y="3000"/>
                </a:lnTo>
                <a:lnTo>
                  <a:pt x="5150" y="3000"/>
                </a:lnTo>
                <a:lnTo>
                  <a:pt x="5150" y="0"/>
                </a:lnTo>
                <a:close/>
              </a:path>
            </a:pathLst>
          </a:cu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f_p1b1_0" descr="Editable line; source id f_p1b1_0"/>
          <p:cNvSpPr/>
          <p:nvPr/>
        </p:nvSpPr>
        <p:spPr>
          <a:xfrm>
            <a:off x="4276725" y="4127500"/>
            <a:ext cx="114300" cy="158750"/>
          </a:xfrm>
          <a:custGeom>
            <a:avLst/>
            <a:gdLst/>
            <a:ahLst/>
            <a:cxnLst/>
            <a:rect l="l" t="t" r="r" b="b"/>
            <a:pathLst>
              <a:path w="14400" h="20000">
                <a:moveTo>
                  <a:pt x="9700" y="0"/>
                </a:moveTo>
                <a:lnTo>
                  <a:pt x="9700" y="3000"/>
                </a:lnTo>
                <a:lnTo>
                  <a:pt x="14400" y="3000"/>
                </a:lnTo>
                <a:lnTo>
                  <a:pt x="7200" y="20000"/>
                </a:lnTo>
                <a:lnTo>
                  <a:pt x="0" y="3000"/>
                </a:lnTo>
                <a:lnTo>
                  <a:pt x="4700" y="3000"/>
                </a:lnTo>
                <a:lnTo>
                  <a:pt x="4700" y="0"/>
                </a:lnTo>
                <a:close/>
              </a:path>
            </a:pathLst>
          </a:cu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" name="f_12_0" descr="Editable line; source id f_12_0"/>
          <p:cNvCxnSpPr/>
          <p:nvPr/>
        </p:nvCxnSpPr>
        <p:spPr>
          <a:xfrm>
            <a:off x="5079999" y="4595812"/>
            <a:ext cx="158750" cy="0"/>
          </a:xfrm>
          <a:prstGeom prst="line">
            <a:avLst/>
          </a:prstGeom>
          <a:ln w="39687">
            <a:solidFill>
              <a:srgbClr val="1F2A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f_12_1" descr="Editable line; source id f_12_1"/>
          <p:cNvCxnSpPr/>
          <p:nvPr/>
        </p:nvCxnSpPr>
        <p:spPr>
          <a:xfrm flipV="1">
            <a:off x="5238749" y="2579687"/>
            <a:ext cx="0" cy="2016125"/>
          </a:xfrm>
          <a:prstGeom prst="line">
            <a:avLst/>
          </a:prstGeom>
          <a:ln w="39687">
            <a:solidFill>
              <a:srgbClr val="1F2A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f_12_2" descr="Editable line; source id f_12_2"/>
          <p:cNvSpPr/>
          <p:nvPr/>
        </p:nvSpPr>
        <p:spPr>
          <a:xfrm>
            <a:off x="5238750" y="2525712"/>
            <a:ext cx="150812" cy="107950"/>
          </a:xfrm>
          <a:custGeom>
            <a:avLst/>
            <a:gdLst/>
            <a:ahLst/>
            <a:cxnLst/>
            <a:rect l="l" t="t" r="r" b="b"/>
            <a:pathLst>
              <a:path w="19000" h="13600">
                <a:moveTo>
                  <a:pt x="0" y="4300"/>
                </a:moveTo>
                <a:lnTo>
                  <a:pt x="3000" y="4300"/>
                </a:lnTo>
                <a:lnTo>
                  <a:pt x="3000" y="0"/>
                </a:lnTo>
                <a:lnTo>
                  <a:pt x="19000" y="6800"/>
                </a:lnTo>
                <a:lnTo>
                  <a:pt x="3000" y="13600"/>
                </a:lnTo>
                <a:lnTo>
                  <a:pt x="3000" y="9300"/>
                </a:lnTo>
                <a:lnTo>
                  <a:pt x="0" y="9300"/>
                </a:lnTo>
                <a:close/>
              </a:path>
            </a:pathLst>
          </a:cu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ax_sh" descr="Editable shape; source id tax_sh"/>
          <p:cNvSpPr/>
          <p:nvPr/>
        </p:nvSpPr>
        <p:spPr>
          <a:xfrm>
            <a:off x="5460999" y="2357437"/>
            <a:ext cx="2920999" cy="523874"/>
          </a:xfrm>
          <a:prstGeom prst="roundRect">
            <a:avLst>
              <a:gd name="adj" fmla="val 21212"/>
            </a:avLst>
          </a:prstGeom>
          <a:solidFill>
            <a:srgbClr val="E4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ax" descr="Editable shape; source id tax"/>
          <p:cNvSpPr/>
          <p:nvPr/>
        </p:nvSpPr>
        <p:spPr>
          <a:xfrm>
            <a:off x="5445124" y="2317749"/>
            <a:ext cx="2920999" cy="523874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 w="14287">
            <a:solidFill>
              <a:srgbClr val="CBD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ax_t" descr="Editable text; source id tax_t"/>
          <p:cNvSpPr txBox="1"/>
          <p:nvPr/>
        </p:nvSpPr>
        <p:spPr>
          <a:xfrm>
            <a:off x="6080124" y="2333624"/>
            <a:ext cx="2174874" cy="2698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093"/>
              </a:lnSpc>
              <a:spcBef>
                <a:spcPts val="0"/>
              </a:spcBef>
              <a:spcAft>
                <a:spcPts val="0"/>
              </a:spcAft>
              <a:defRPr sz="1437" b="1" i="0" lang="zh-CN" dirty="0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37" b="1" i="0" lang="zh-CN" dirty="0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分类法</a:t>
            </a:r>
          </a:p>
        </p:txBody>
      </p:sp>
      <p:sp>
        <p:nvSpPr>
          <p:cNvPr id="63" name="tax_s" descr="Editable text; source id tax_s"/>
          <p:cNvSpPr txBox="1"/>
          <p:nvPr/>
        </p:nvSpPr>
        <p:spPr>
          <a:xfrm>
            <a:off x="6080124" y="2619374"/>
            <a:ext cx="2174874" cy="206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546"/>
              </a:lnSpc>
              <a:spcBef>
                <a:spcPts val="0"/>
              </a:spcBef>
              <a:spcAft>
                <a:spcPts val="0"/>
              </a:spcAft>
              <a:defRPr sz="1062" b="0" i="0" lang="zh-CN" dirty="0">
                <a:solidFill>
                  <a:srgbClr val="6B72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62" b="0" i="0" lang="zh-CN" dirty="0">
                <a:solidFill>
                  <a:srgbClr val="6B7280"/>
                </a:solidFill>
                <a:latin typeface="Noto Sans CJK SC"/>
                <a:ea typeface="Noto Sans CJK SC"/>
                <a:cs typeface="Noto Sans CJK SC"/>
              </a:rPr>
              <a:t>每叶</a:t>
            </a:r>
            <a:r>
              <a:rPr sz="1062" b="0" i="0" lang="zh-CN" dirty="0">
                <a:solidFill>
                  <a:srgbClr val="6B7280"/>
                </a:solidFill>
                <a:latin typeface="DejaVu Sans"/>
                <a:ea typeface="DejaVu Sans"/>
                <a:cs typeface="DejaVu Sans"/>
              </a:rPr>
              <a:t> ≥3 </a:t>
            </a:r>
            <a:r>
              <a:rPr sz="1062" b="0" i="0" lang="zh-CN" dirty="0">
                <a:solidFill>
                  <a:srgbClr val="6B7280"/>
                </a:solidFill>
                <a:latin typeface="Noto Sans CJK SC"/>
                <a:ea typeface="Noto Sans CJK SC"/>
                <a:cs typeface="Noto Sans CJK SC"/>
              </a:rPr>
              <a:t>篇</a:t>
            </a:r>
          </a:p>
        </p:txBody>
      </p:sp>
      <p:pic>
        <p:nvPicPr>
          <p:cNvPr id="64" name="tax_art" descr="cropped from the image-model asset sheet, cell &quot;taxonomy&quot; (Codex image_gen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24499" y="2413255"/>
            <a:ext cx="476249" cy="332862"/>
          </a:xfrm>
          <a:prstGeom prst="rect">
            <a:avLst/>
          </a:prstGeom>
          <a:effectLst/>
        </p:spPr>
      </p:pic>
      <p:sp>
        <p:nvSpPr>
          <p:cNvPr id="65" name="fig_sh" descr="Editable shape; source id fig_sh"/>
          <p:cNvSpPr/>
          <p:nvPr/>
        </p:nvSpPr>
        <p:spPr>
          <a:xfrm>
            <a:off x="5460999" y="3317874"/>
            <a:ext cx="920749" cy="1396999"/>
          </a:xfrm>
          <a:prstGeom prst="roundRect">
            <a:avLst>
              <a:gd name="adj" fmla="val 12068"/>
            </a:avLst>
          </a:prstGeom>
          <a:solidFill>
            <a:srgbClr val="E4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fig" descr="Editable shape; source id fig"/>
          <p:cNvSpPr/>
          <p:nvPr/>
        </p:nvSpPr>
        <p:spPr>
          <a:xfrm>
            <a:off x="5445124" y="3278187"/>
            <a:ext cx="920749" cy="1396999"/>
          </a:xfrm>
          <a:prstGeom prst="roundRect">
            <a:avLst>
              <a:gd name="adj" fmla="val 12068"/>
            </a:avLst>
          </a:prstGeom>
          <a:solidFill>
            <a:srgbClr val="FFFFFF"/>
          </a:solidFill>
          <a:ln w="14287">
            <a:solidFill>
              <a:srgbClr val="CBD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7" name="fig_art" descr="cropped from the image-model asset sheet, cell &quot;figure&quot; (Codex image_gen)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24499" y="3460612"/>
            <a:ext cx="761999" cy="524150"/>
          </a:xfrm>
          <a:prstGeom prst="rect">
            <a:avLst/>
          </a:prstGeom>
          <a:effectLst/>
        </p:spPr>
      </p:pic>
      <p:sp>
        <p:nvSpPr>
          <p:cNvPr id="68" name="fig_t" descr="Editable text; source id fig_t"/>
          <p:cNvSpPr txBox="1"/>
          <p:nvPr/>
        </p:nvSpPr>
        <p:spPr>
          <a:xfrm>
            <a:off x="5492749" y="4119562"/>
            <a:ext cx="825499" cy="2381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843"/>
              </a:lnSpc>
              <a:spcBef>
                <a:spcPts val="0"/>
              </a:spcBef>
              <a:spcAft>
                <a:spcPts val="0"/>
              </a:spcAft>
              <a:defRPr sz="1266" b="1" i="0" lang="zh-CN" dirty="0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66" b="1" i="0" lang="zh-CN" dirty="0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图件</a:t>
            </a:r>
          </a:p>
        </p:txBody>
      </p:sp>
      <p:sp>
        <p:nvSpPr>
          <p:cNvPr id="69" name="fig_s" descr="Editable text; source id fig_s"/>
          <p:cNvSpPr txBox="1"/>
          <p:nvPr/>
        </p:nvSpPr>
        <p:spPr>
          <a:xfrm>
            <a:off x="5492749" y="4357687"/>
            <a:ext cx="825499" cy="198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31"/>
              </a:lnSpc>
              <a:spcBef>
                <a:spcPts val="0"/>
              </a:spcBef>
              <a:spcAft>
                <a:spcPts val="0"/>
              </a:spcAft>
              <a:defRPr sz="1050" b="0" i="0" lang="zh-CN" dirty="0">
                <a:solidFill>
                  <a:srgbClr val="6B72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 i="0" lang="zh-CN" dirty="0">
                <a:solidFill>
                  <a:srgbClr val="6B7280"/>
                </a:solidFill>
                <a:latin typeface="Noto Sans CJK SC"/>
                <a:ea typeface="Noto Sans CJK SC"/>
                <a:cs typeface="Noto Sans CJK SC"/>
              </a:rPr>
              <a:t>可编辑三件套</a:t>
            </a:r>
          </a:p>
        </p:txBody>
      </p:sp>
      <p:sp>
        <p:nvSpPr>
          <p:cNvPr id="70" name="f_p2a0_0" descr="Editable line; source id f_p2a0_0"/>
          <p:cNvSpPr/>
          <p:nvPr/>
        </p:nvSpPr>
        <p:spPr>
          <a:xfrm>
            <a:off x="5838031" y="2881312"/>
            <a:ext cx="134937" cy="349250"/>
          </a:xfrm>
          <a:custGeom>
            <a:avLst/>
            <a:gdLst/>
            <a:ahLst/>
            <a:cxnLst/>
            <a:rect l="l" t="t" r="r" b="b"/>
            <a:pathLst>
              <a:path w="17000" h="44000">
                <a:moveTo>
                  <a:pt x="11000" y="0"/>
                </a:moveTo>
                <a:lnTo>
                  <a:pt x="11000" y="24000"/>
                </a:lnTo>
                <a:lnTo>
                  <a:pt x="17000" y="24000"/>
                </a:lnTo>
                <a:lnTo>
                  <a:pt x="8500" y="44000"/>
                </a:lnTo>
                <a:lnTo>
                  <a:pt x="0" y="24000"/>
                </a:lnTo>
                <a:lnTo>
                  <a:pt x="6000" y="24000"/>
                </a:lnTo>
                <a:lnTo>
                  <a:pt x="6000" y="0"/>
                </a:lnTo>
                <a:close/>
              </a:path>
            </a:pathLst>
          </a:cu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write_sh" descr="Editable shape; source id write_sh"/>
          <p:cNvSpPr/>
          <p:nvPr/>
        </p:nvSpPr>
        <p:spPr>
          <a:xfrm>
            <a:off x="6461124" y="3317874"/>
            <a:ext cx="920749" cy="1396999"/>
          </a:xfrm>
          <a:prstGeom prst="roundRect">
            <a:avLst>
              <a:gd name="adj" fmla="val 12068"/>
            </a:avLst>
          </a:prstGeom>
          <a:solidFill>
            <a:srgbClr val="E4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write" descr="Editable shape; source id write"/>
          <p:cNvSpPr/>
          <p:nvPr/>
        </p:nvSpPr>
        <p:spPr>
          <a:xfrm>
            <a:off x="6445249" y="3278187"/>
            <a:ext cx="920749" cy="1396999"/>
          </a:xfrm>
          <a:prstGeom prst="roundRect">
            <a:avLst>
              <a:gd name="adj" fmla="val 12068"/>
            </a:avLst>
          </a:prstGeom>
          <a:solidFill>
            <a:srgbClr val="FFFFFF"/>
          </a:solidFill>
          <a:ln w="14287">
            <a:solidFill>
              <a:srgbClr val="CBD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3" name="write_art" descr="cropped from the image-model asset sheet, cell &quot;writer&quot; (Codex image_gen)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24624" y="3485480"/>
            <a:ext cx="761999" cy="474413"/>
          </a:xfrm>
          <a:prstGeom prst="rect">
            <a:avLst/>
          </a:prstGeom>
          <a:effectLst/>
        </p:spPr>
      </p:pic>
      <p:sp>
        <p:nvSpPr>
          <p:cNvPr id="74" name="write_t" descr="Editable text; source id write_t"/>
          <p:cNvSpPr txBox="1"/>
          <p:nvPr/>
        </p:nvSpPr>
        <p:spPr>
          <a:xfrm>
            <a:off x="6492874" y="4119562"/>
            <a:ext cx="825499" cy="2381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843"/>
              </a:lnSpc>
              <a:spcBef>
                <a:spcPts val="0"/>
              </a:spcBef>
              <a:spcAft>
                <a:spcPts val="0"/>
              </a:spcAft>
              <a:defRPr sz="1266" b="1" i="0" lang="zh-CN" dirty="0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66" b="1" i="0" lang="zh-CN" dirty="0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写作</a:t>
            </a:r>
          </a:p>
        </p:txBody>
      </p:sp>
      <p:sp>
        <p:nvSpPr>
          <p:cNvPr id="75" name="write_s" descr="Editable text; source id write_s"/>
          <p:cNvSpPr txBox="1"/>
          <p:nvPr/>
        </p:nvSpPr>
        <p:spPr>
          <a:xfrm>
            <a:off x="6492874" y="4357687"/>
            <a:ext cx="825499" cy="198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31"/>
              </a:lnSpc>
              <a:spcBef>
                <a:spcPts val="0"/>
              </a:spcBef>
              <a:spcAft>
                <a:spcPts val="0"/>
              </a:spcAft>
              <a:defRPr sz="1050" b="0" i="0" lang="zh-CN" dirty="0">
                <a:solidFill>
                  <a:srgbClr val="6B72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 i="0" lang="zh-CN" dirty="0">
                <a:solidFill>
                  <a:srgbClr val="6B7280"/>
                </a:solidFill>
                <a:latin typeface="Noto Sans CJK SC"/>
                <a:ea typeface="Noto Sans CJK SC"/>
                <a:cs typeface="Noto Sans CJK SC"/>
              </a:rPr>
              <a:t>按章节并发</a:t>
            </a:r>
          </a:p>
        </p:txBody>
      </p:sp>
      <p:sp>
        <p:nvSpPr>
          <p:cNvPr id="76" name="f_p2a1_0" descr="Editable line; source id f_p2a1_0"/>
          <p:cNvSpPr/>
          <p:nvPr/>
        </p:nvSpPr>
        <p:spPr>
          <a:xfrm>
            <a:off x="6838156" y="2881312"/>
            <a:ext cx="134937" cy="349250"/>
          </a:xfrm>
          <a:custGeom>
            <a:avLst/>
            <a:gdLst/>
            <a:ahLst/>
            <a:cxnLst/>
            <a:rect l="l" t="t" r="r" b="b"/>
            <a:pathLst>
              <a:path w="17000" h="44000">
                <a:moveTo>
                  <a:pt x="11000" y="0"/>
                </a:moveTo>
                <a:lnTo>
                  <a:pt x="11000" y="24000"/>
                </a:lnTo>
                <a:lnTo>
                  <a:pt x="17000" y="24000"/>
                </a:lnTo>
                <a:lnTo>
                  <a:pt x="8500" y="44000"/>
                </a:lnTo>
                <a:lnTo>
                  <a:pt x="0" y="24000"/>
                </a:lnTo>
                <a:lnTo>
                  <a:pt x="6000" y="24000"/>
                </a:lnTo>
                <a:lnTo>
                  <a:pt x="6000" y="0"/>
                </a:lnTo>
                <a:close/>
              </a:path>
            </a:pathLst>
          </a:cu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idea_sh" descr="Editable shape; source id idea_sh"/>
          <p:cNvSpPr/>
          <p:nvPr/>
        </p:nvSpPr>
        <p:spPr>
          <a:xfrm>
            <a:off x="7461249" y="3317874"/>
            <a:ext cx="920749" cy="1396999"/>
          </a:xfrm>
          <a:prstGeom prst="roundRect">
            <a:avLst>
              <a:gd name="adj" fmla="val 12068"/>
            </a:avLst>
          </a:prstGeom>
          <a:solidFill>
            <a:srgbClr val="E4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idea" descr="Editable shape; source id idea"/>
          <p:cNvSpPr/>
          <p:nvPr/>
        </p:nvSpPr>
        <p:spPr>
          <a:xfrm>
            <a:off x="7445374" y="3278187"/>
            <a:ext cx="920749" cy="1396999"/>
          </a:xfrm>
          <a:prstGeom prst="roundRect">
            <a:avLst>
              <a:gd name="adj" fmla="val 12068"/>
            </a:avLst>
          </a:prstGeom>
          <a:solidFill>
            <a:srgbClr val="FFFFFF"/>
          </a:solidFill>
          <a:ln w="14287">
            <a:solidFill>
              <a:srgbClr val="CBD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9" name="idea_art" descr="cropped from the image-model asset sheet, cell &quot;idea&quot; (Codex image_gen)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24749" y="3348172"/>
            <a:ext cx="761999" cy="749029"/>
          </a:xfrm>
          <a:prstGeom prst="rect">
            <a:avLst/>
          </a:prstGeom>
          <a:effectLst/>
        </p:spPr>
      </p:pic>
      <p:sp>
        <p:nvSpPr>
          <p:cNvPr id="80" name="idea_t" descr="Editable text; source id idea_t"/>
          <p:cNvSpPr txBox="1"/>
          <p:nvPr/>
        </p:nvSpPr>
        <p:spPr>
          <a:xfrm>
            <a:off x="7492999" y="4119562"/>
            <a:ext cx="825499" cy="2381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843"/>
              </a:lnSpc>
              <a:spcBef>
                <a:spcPts val="0"/>
              </a:spcBef>
              <a:spcAft>
                <a:spcPts val="0"/>
              </a:spcAft>
              <a:defRPr sz="1266" b="1" i="0" lang="zh-CN" dirty="0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66" b="1" i="0" lang="zh-CN" dirty="0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实验构想</a:t>
            </a:r>
          </a:p>
        </p:txBody>
      </p:sp>
      <p:sp>
        <p:nvSpPr>
          <p:cNvPr id="81" name="idea_s" descr="Editable text; source id idea_s"/>
          <p:cNvSpPr txBox="1"/>
          <p:nvPr/>
        </p:nvSpPr>
        <p:spPr>
          <a:xfrm>
            <a:off x="7492999" y="4357687"/>
            <a:ext cx="825499" cy="198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31"/>
              </a:lnSpc>
              <a:spcBef>
                <a:spcPts val="0"/>
              </a:spcBef>
              <a:spcAft>
                <a:spcPts val="0"/>
              </a:spcAft>
              <a:defRPr sz="1050" b="0" i="0" lang="zh-CN" dirty="0">
                <a:solidFill>
                  <a:srgbClr val="6B72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 i="0" lang="zh-CN" dirty="0">
                <a:solidFill>
                  <a:srgbClr val="6B7280"/>
                </a:solidFill>
                <a:latin typeface="Noto Sans CJK SC"/>
                <a:ea typeface="Noto Sans CJK SC"/>
                <a:cs typeface="Noto Sans CJK SC"/>
              </a:rPr>
              <a:t>前驱体预测</a:t>
            </a:r>
          </a:p>
        </p:txBody>
      </p:sp>
      <p:sp>
        <p:nvSpPr>
          <p:cNvPr id="82" name="f_p2a2_0" descr="Editable line; source id f_p2a2_0"/>
          <p:cNvSpPr/>
          <p:nvPr/>
        </p:nvSpPr>
        <p:spPr>
          <a:xfrm>
            <a:off x="7838281" y="2881312"/>
            <a:ext cx="134937" cy="349250"/>
          </a:xfrm>
          <a:custGeom>
            <a:avLst/>
            <a:gdLst/>
            <a:ahLst/>
            <a:cxnLst/>
            <a:rect l="l" t="t" r="r" b="b"/>
            <a:pathLst>
              <a:path w="17000" h="44000">
                <a:moveTo>
                  <a:pt x="11000" y="0"/>
                </a:moveTo>
                <a:lnTo>
                  <a:pt x="11000" y="24000"/>
                </a:lnTo>
                <a:lnTo>
                  <a:pt x="17000" y="24000"/>
                </a:lnTo>
                <a:lnTo>
                  <a:pt x="8500" y="44000"/>
                </a:lnTo>
                <a:lnTo>
                  <a:pt x="0" y="24000"/>
                </a:lnTo>
                <a:lnTo>
                  <a:pt x="6000" y="24000"/>
                </a:lnTo>
                <a:lnTo>
                  <a:pt x="6000" y="0"/>
                </a:lnTo>
                <a:close/>
              </a:path>
            </a:pathLst>
          </a:cu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3" name="f_23_0" descr="Editable line; source id f_23_0"/>
          <p:cNvCxnSpPr/>
          <p:nvPr/>
        </p:nvCxnSpPr>
        <p:spPr>
          <a:xfrm>
            <a:off x="8413749" y="3976687"/>
            <a:ext cx="158750" cy="0"/>
          </a:xfrm>
          <a:prstGeom prst="line">
            <a:avLst/>
          </a:prstGeom>
          <a:ln w="39687">
            <a:solidFill>
              <a:srgbClr val="1F2A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f_23_1" descr="Editable line; source id f_23_1"/>
          <p:cNvCxnSpPr/>
          <p:nvPr/>
        </p:nvCxnSpPr>
        <p:spPr>
          <a:xfrm flipV="1">
            <a:off x="8572499" y="2635249"/>
            <a:ext cx="0" cy="1341438"/>
          </a:xfrm>
          <a:prstGeom prst="line">
            <a:avLst/>
          </a:prstGeom>
          <a:ln w="39687">
            <a:solidFill>
              <a:srgbClr val="1F2A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f_23_2" descr="Editable line; source id f_23_2"/>
          <p:cNvSpPr/>
          <p:nvPr/>
        </p:nvSpPr>
        <p:spPr>
          <a:xfrm>
            <a:off x="8572500" y="2581275"/>
            <a:ext cx="150812" cy="107950"/>
          </a:xfrm>
          <a:custGeom>
            <a:avLst/>
            <a:gdLst/>
            <a:ahLst/>
            <a:cxnLst/>
            <a:rect l="l" t="t" r="r" b="b"/>
            <a:pathLst>
              <a:path w="19000" h="13600">
                <a:moveTo>
                  <a:pt x="0" y="4300"/>
                </a:moveTo>
                <a:lnTo>
                  <a:pt x="3000" y="4300"/>
                </a:lnTo>
                <a:lnTo>
                  <a:pt x="3000" y="0"/>
                </a:lnTo>
                <a:lnTo>
                  <a:pt x="19000" y="6800"/>
                </a:lnTo>
                <a:lnTo>
                  <a:pt x="3000" y="13600"/>
                </a:lnTo>
                <a:lnTo>
                  <a:pt x="3000" y="9300"/>
                </a:lnTo>
                <a:lnTo>
                  <a:pt x="0" y="9300"/>
                </a:lnTo>
                <a:close/>
              </a:path>
            </a:pathLst>
          </a:cu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view_sh" descr="Editable shape; source id review_sh"/>
          <p:cNvSpPr/>
          <p:nvPr/>
        </p:nvSpPr>
        <p:spPr>
          <a:xfrm>
            <a:off x="8794749" y="2357437"/>
            <a:ext cx="2968624" cy="634999"/>
          </a:xfrm>
          <a:prstGeom prst="roundRect">
            <a:avLst>
              <a:gd name="adj" fmla="val 17500"/>
            </a:avLst>
          </a:prstGeom>
          <a:solidFill>
            <a:srgbClr val="E4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view" descr="Editable shape; source id review"/>
          <p:cNvSpPr/>
          <p:nvPr/>
        </p:nvSpPr>
        <p:spPr>
          <a:xfrm>
            <a:off x="8778874" y="2317749"/>
            <a:ext cx="2968624" cy="634999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4287">
            <a:solidFill>
              <a:srgbClr val="CBD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view_t" descr="Editable text; source id review_t"/>
          <p:cNvSpPr txBox="1"/>
          <p:nvPr/>
        </p:nvSpPr>
        <p:spPr>
          <a:xfrm>
            <a:off x="9509124" y="2389187"/>
            <a:ext cx="2127249" cy="2698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093"/>
              </a:lnSpc>
              <a:spcBef>
                <a:spcPts val="0"/>
              </a:spcBef>
              <a:spcAft>
                <a:spcPts val="0"/>
              </a:spcAft>
              <a:defRPr sz="1437" b="1" i="0" lang="zh-CN" dirty="0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37" b="1" i="0" lang="zh-CN" dirty="0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对抗审稿</a:t>
            </a:r>
          </a:p>
        </p:txBody>
      </p:sp>
      <p:sp>
        <p:nvSpPr>
          <p:cNvPr id="89" name="review_s" descr="Editable text; source id review_s"/>
          <p:cNvSpPr txBox="1"/>
          <p:nvPr/>
        </p:nvSpPr>
        <p:spPr>
          <a:xfrm>
            <a:off x="9509124" y="2674937"/>
            <a:ext cx="2127249" cy="206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546"/>
              </a:lnSpc>
              <a:spcBef>
                <a:spcPts val="0"/>
              </a:spcBef>
              <a:spcAft>
                <a:spcPts val="0"/>
              </a:spcAft>
              <a:defRPr sz="1062" b="0" i="0" lang="zh-CN" dirty="0">
                <a:solidFill>
                  <a:srgbClr val="6B72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62" b="0" i="0" lang="zh-CN" dirty="0">
                <a:solidFill>
                  <a:srgbClr val="6B7280"/>
                </a:solidFill>
                <a:latin typeface="Noto Sans CJK SC"/>
                <a:ea typeface="Noto Sans CJK SC"/>
                <a:cs typeface="Noto Sans CJK SC"/>
              </a:rPr>
              <a:t>独立上下文</a:t>
            </a:r>
            <a:r>
              <a:rPr sz="1062" b="0" i="0" lang="zh-CN" dirty="0">
                <a:solidFill>
                  <a:srgbClr val="6B7280"/>
                </a:solidFill>
                <a:latin typeface="DejaVu Sans"/>
                <a:ea typeface="DejaVu Sans"/>
                <a:cs typeface="DejaVu Sans"/>
              </a:rPr>
              <a:t> · </a:t>
            </a:r>
            <a:r>
              <a:rPr sz="1062" b="0" i="0" lang="zh-CN" dirty="0">
                <a:solidFill>
                  <a:srgbClr val="6B7280"/>
                </a:solidFill>
                <a:latin typeface="Noto Sans CJK SC"/>
                <a:ea typeface="Noto Sans CJK SC"/>
                <a:cs typeface="Noto Sans CJK SC"/>
              </a:rPr>
              <a:t>三视角</a:t>
            </a:r>
          </a:p>
        </p:txBody>
      </p:sp>
      <p:pic>
        <p:nvPicPr>
          <p:cNvPr id="90" name="review_art" descr="cropped from the image-model asset sheet, cell &quot;reviewer&quot; (Codex image_gen)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858249" y="2370073"/>
            <a:ext cx="571499" cy="530351"/>
          </a:xfrm>
          <a:prstGeom prst="rect">
            <a:avLst/>
          </a:prstGeom>
          <a:effectLst/>
        </p:spPr>
      </p:pic>
      <p:sp>
        <p:nvSpPr>
          <p:cNvPr id="91" name="verdict" descr="Editable shape; source id verdict"/>
          <p:cNvSpPr/>
          <p:nvPr/>
        </p:nvSpPr>
        <p:spPr>
          <a:xfrm>
            <a:off x="8802687" y="3548062"/>
            <a:ext cx="1158874" cy="857249"/>
          </a:xfrm>
          <a:prstGeom prst="diamond">
            <a:avLst/>
          </a:prstGeom>
          <a:solidFill>
            <a:srgbClr val="FEF3C7"/>
          </a:solidFill>
          <a:ln w="19049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verdict_t" descr="Editable text; source id verdict_t"/>
          <p:cNvSpPr txBox="1"/>
          <p:nvPr/>
        </p:nvSpPr>
        <p:spPr>
          <a:xfrm>
            <a:off x="9112249" y="3778249"/>
            <a:ext cx="547687" cy="3968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093"/>
              </a:lnSpc>
              <a:spcBef>
                <a:spcPts val="0"/>
              </a:spcBef>
              <a:spcAft>
                <a:spcPts val="0"/>
              </a:spcAft>
              <a:defRPr sz="1437" b="1" i="0" lang="zh-CN" dirty="0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37" b="1" i="0" lang="zh-CN" dirty="0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裁决</a:t>
            </a:r>
          </a:p>
        </p:txBody>
      </p:sp>
      <p:sp>
        <p:nvSpPr>
          <p:cNvPr id="93" name="f_rv_0" descr="Editable line; source id f_rv_0"/>
          <p:cNvSpPr/>
          <p:nvPr/>
        </p:nvSpPr>
        <p:spPr>
          <a:xfrm>
            <a:off x="9314656" y="2992437"/>
            <a:ext cx="134937" cy="500062"/>
          </a:xfrm>
          <a:custGeom>
            <a:avLst/>
            <a:gdLst/>
            <a:ahLst/>
            <a:cxnLst/>
            <a:rect l="l" t="t" r="r" b="b"/>
            <a:pathLst>
              <a:path w="17000" h="63000">
                <a:moveTo>
                  <a:pt x="11000" y="0"/>
                </a:moveTo>
                <a:lnTo>
                  <a:pt x="11000" y="43000"/>
                </a:lnTo>
                <a:lnTo>
                  <a:pt x="17000" y="43000"/>
                </a:lnTo>
                <a:lnTo>
                  <a:pt x="8500" y="63000"/>
                </a:lnTo>
                <a:lnTo>
                  <a:pt x="0" y="43000"/>
                </a:lnTo>
                <a:lnTo>
                  <a:pt x="6000" y="43000"/>
                </a:lnTo>
                <a:lnTo>
                  <a:pt x="6000" y="0"/>
                </a:lnTo>
                <a:close/>
              </a:path>
            </a:pathLst>
          </a:cu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v_q" descr="Editable shape; source id v_q"/>
          <p:cNvSpPr/>
          <p:nvPr/>
        </p:nvSpPr>
        <p:spPr>
          <a:xfrm>
            <a:off x="8747124" y="4444999"/>
            <a:ext cx="1428749" cy="26987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7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v_q_t" descr="Editable text; source id v_q_t"/>
          <p:cNvSpPr txBox="1"/>
          <p:nvPr/>
        </p:nvSpPr>
        <p:spPr>
          <a:xfrm>
            <a:off x="8826499" y="4484687"/>
            <a:ext cx="1269999" cy="1904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109"/>
              </a:lnSpc>
              <a:spcBef>
                <a:spcPts val="0"/>
              </a:spcBef>
              <a:spcAft>
                <a:spcPts val="0"/>
              </a:spcAft>
              <a:defRPr sz="937" b="0" i="0" lang="zh-CN" dirty="0">
                <a:solidFill>
                  <a:srgbClr val="4B5563"/>
                </a:solidFill>
                <a:latin typeface="DejaVu Sans"/>
                <a:ea typeface="DejaVu Sans"/>
                <a:cs typeface="DejaVu Sans"/>
              </a:defRPr>
            </a:pPr>
            <a:r>
              <a:rPr sz="937" b="0" i="0" lang="zh-CN" dirty="0">
                <a:solidFill>
                  <a:srgbClr val="4B5563"/>
                </a:solidFill>
                <a:latin typeface="DejaVu Sans"/>
                <a:ea typeface="DejaVu Sans"/>
                <a:cs typeface="DejaVu Sans"/>
              </a:rPr>
              <a:t>0 blocker/major ?</a:t>
            </a:r>
          </a:p>
        </p:txBody>
      </p:sp>
      <p:sp>
        <p:nvSpPr>
          <p:cNvPr id="96" name="deliver_sh" descr="Editable shape; source id deliver_sh"/>
          <p:cNvSpPr/>
          <p:nvPr/>
        </p:nvSpPr>
        <p:spPr>
          <a:xfrm>
            <a:off x="10509249" y="3349624"/>
            <a:ext cx="1254124" cy="1333499"/>
          </a:xfrm>
          <a:prstGeom prst="roundRect">
            <a:avLst>
              <a:gd name="adj" fmla="val 8860"/>
            </a:avLst>
          </a:prstGeom>
          <a:solidFill>
            <a:srgbClr val="E4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deliver" descr="Editable shape; source id deliver"/>
          <p:cNvSpPr/>
          <p:nvPr/>
        </p:nvSpPr>
        <p:spPr>
          <a:xfrm>
            <a:off x="10493374" y="3309937"/>
            <a:ext cx="1254124" cy="1333499"/>
          </a:xfrm>
          <a:prstGeom prst="roundRect">
            <a:avLst>
              <a:gd name="adj" fmla="val 8860"/>
            </a:avLst>
          </a:prstGeom>
          <a:solidFill>
            <a:srgbClr val="FFFFFF"/>
          </a:solidFill>
          <a:ln w="14287">
            <a:solidFill>
              <a:srgbClr val="CBD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8" name="deliver_art" descr="cropped from the image-model asset sheet, cell &quot;deliver&quot; (Codex image_gen)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842624" y="3532737"/>
            <a:ext cx="555624" cy="237025"/>
          </a:xfrm>
          <a:prstGeom prst="rect">
            <a:avLst/>
          </a:prstGeom>
          <a:effectLst/>
        </p:spPr>
      </p:pic>
      <p:sp>
        <p:nvSpPr>
          <p:cNvPr id="99" name="deliver_t" descr="Editable text; source id deliver_t"/>
          <p:cNvSpPr txBox="1"/>
          <p:nvPr/>
        </p:nvSpPr>
        <p:spPr>
          <a:xfrm>
            <a:off x="10540999" y="3944937"/>
            <a:ext cx="1158874" cy="2381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843"/>
              </a:lnSpc>
              <a:spcBef>
                <a:spcPts val="0"/>
              </a:spcBef>
              <a:spcAft>
                <a:spcPts val="0"/>
              </a:spcAft>
              <a:defRPr sz="1266" b="1" i="0" lang="zh-CN" dirty="0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66" b="1" i="0" lang="zh-CN" dirty="0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终稿交付</a:t>
            </a:r>
          </a:p>
        </p:txBody>
      </p:sp>
      <p:sp>
        <p:nvSpPr>
          <p:cNvPr id="100" name="deliver_s" descr="Editable text; source id deliver_s"/>
          <p:cNvSpPr txBox="1"/>
          <p:nvPr/>
        </p:nvSpPr>
        <p:spPr>
          <a:xfrm>
            <a:off x="10540999" y="4183062"/>
            <a:ext cx="1158874" cy="198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265"/>
              </a:lnSpc>
              <a:spcBef>
                <a:spcPts val="0"/>
              </a:spcBef>
              <a:spcAft>
                <a:spcPts val="0"/>
              </a:spcAft>
              <a:defRPr sz="1062" b="0" i="0" lang="zh-CN" dirty="0">
                <a:solidFill>
                  <a:srgbClr val="6B7280"/>
                </a:solidFill>
                <a:latin typeface="DejaVu Sans"/>
                <a:ea typeface="DejaVu Sans"/>
                <a:cs typeface="DejaVu Sans"/>
              </a:defRPr>
            </a:pPr>
            <a:r>
              <a:rPr sz="1062" b="0" i="0" lang="zh-CN" dirty="0">
                <a:solidFill>
                  <a:srgbClr val="6B7280"/>
                </a:solidFill>
                <a:latin typeface="DejaVu Sans"/>
                <a:ea typeface="DejaVu Sans"/>
                <a:cs typeface="DejaVu Sans"/>
              </a:rPr>
              <a:t>tex · pdf · bib</a:t>
            </a:r>
          </a:p>
        </p:txBody>
      </p:sp>
      <p:sp>
        <p:nvSpPr>
          <p:cNvPr id="101" name="f_pass_0" descr="Editable line; source id f_pass_0"/>
          <p:cNvSpPr/>
          <p:nvPr/>
        </p:nvSpPr>
        <p:spPr>
          <a:xfrm>
            <a:off x="10009187" y="3909219"/>
            <a:ext cx="428625" cy="134937"/>
          </a:xfrm>
          <a:custGeom>
            <a:avLst/>
            <a:gdLst/>
            <a:ahLst/>
            <a:cxnLst/>
            <a:rect l="l" t="t" r="r" b="b"/>
            <a:pathLst>
              <a:path w="54000" h="17000">
                <a:moveTo>
                  <a:pt x="0" y="6000"/>
                </a:moveTo>
                <a:lnTo>
                  <a:pt x="34000" y="6000"/>
                </a:lnTo>
                <a:lnTo>
                  <a:pt x="34000" y="0"/>
                </a:lnTo>
                <a:lnTo>
                  <a:pt x="54000" y="8500"/>
                </a:lnTo>
                <a:lnTo>
                  <a:pt x="34000" y="17000"/>
                </a:lnTo>
                <a:lnTo>
                  <a:pt x="34000" y="11000"/>
                </a:lnTo>
                <a:lnTo>
                  <a:pt x="0" y="11000"/>
                </a:lnTo>
                <a:close/>
              </a:path>
            </a:pathLst>
          </a:cu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_pass" descr="Editable shape; source id t_pass"/>
          <p:cNvSpPr/>
          <p:nvPr/>
        </p:nvSpPr>
        <p:spPr>
          <a:xfrm>
            <a:off x="9953624" y="3603624"/>
            <a:ext cx="539749" cy="261937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7">
            <a:solidFill>
              <a:srgbClr val="0E9F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_pass_t" descr="Editable text; source id t_pass_t"/>
          <p:cNvSpPr txBox="1"/>
          <p:nvPr/>
        </p:nvSpPr>
        <p:spPr>
          <a:xfrm>
            <a:off x="10032999" y="3651249"/>
            <a:ext cx="380999" cy="1825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031"/>
              </a:lnSpc>
              <a:spcBef>
                <a:spcPts val="0"/>
              </a:spcBef>
              <a:spcAft>
                <a:spcPts val="0"/>
              </a:spcAft>
              <a:defRPr sz="874" b="1" i="0" lang="zh-CN" dirty="0">
                <a:solidFill>
                  <a:srgbClr val="0B7A55"/>
                </a:solidFill>
                <a:latin typeface="DejaVu Sans"/>
                <a:ea typeface="DejaVu Sans"/>
                <a:cs typeface="DejaVu Sans"/>
              </a:defRPr>
            </a:pPr>
            <a:r>
              <a:rPr sz="874" b="1" i="0" lang="zh-CN" dirty="0">
                <a:solidFill>
                  <a:srgbClr val="0B7A55"/>
                </a:solidFill>
                <a:latin typeface="DejaVu Sans"/>
                <a:ea typeface="DejaVu Sans"/>
                <a:cs typeface="DejaVu Sans"/>
              </a:rPr>
              <a:t>PASS</a:t>
            </a:r>
          </a:p>
        </p:txBody>
      </p:sp>
      <p:cxnSp>
        <p:nvCxnSpPr>
          <p:cNvPr id="104" name="f_d0_0" descr="Editable line; source id f_d0_0"/>
          <p:cNvCxnSpPr/>
          <p:nvPr/>
        </p:nvCxnSpPr>
        <p:spPr>
          <a:xfrm>
            <a:off x="5992812" y="1666874"/>
            <a:ext cx="0" cy="23813"/>
          </a:xfrm>
          <a:prstGeom prst="line">
            <a:avLst/>
          </a:prstGeom>
          <a:ln w="23812">
            <a:solidFill>
              <a:srgbClr val="2563EB"/>
            </a:solidFill>
            <a:custDash>
              <a:ds d="333333" sp="233333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f_d0_1" descr="Editable line; source id f_d0_1"/>
          <p:cNvCxnSpPr/>
          <p:nvPr/>
        </p:nvCxnSpPr>
        <p:spPr>
          <a:xfrm flipH="1">
            <a:off x="3571874" y="1690687"/>
            <a:ext cx="2420938" cy="0"/>
          </a:xfrm>
          <a:prstGeom prst="line">
            <a:avLst/>
          </a:prstGeom>
          <a:ln w="23812">
            <a:solidFill>
              <a:srgbClr val="2563EB"/>
            </a:solidFill>
            <a:custDash>
              <a:ds d="333333" sp="233333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f_d0_2" descr="Editable line; source id f_d0_2"/>
          <p:cNvCxnSpPr/>
          <p:nvPr/>
        </p:nvCxnSpPr>
        <p:spPr>
          <a:xfrm>
            <a:off x="3571874" y="1690687"/>
            <a:ext cx="0" cy="158750"/>
          </a:xfrm>
          <a:prstGeom prst="line">
            <a:avLst/>
          </a:prstGeom>
          <a:ln w="23812">
            <a:solidFill>
              <a:srgbClr val="2563EB"/>
            </a:solidFill>
            <a:custDash>
              <a:ds d="333333" sp="233333"/>
            </a:custDash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f_d1_0" descr="Editable line; source id f_d1_0"/>
          <p:cNvCxnSpPr/>
          <p:nvPr/>
        </p:nvCxnSpPr>
        <p:spPr>
          <a:xfrm>
            <a:off x="6945312" y="1666874"/>
            <a:ext cx="0" cy="23813"/>
          </a:xfrm>
          <a:prstGeom prst="line">
            <a:avLst/>
          </a:prstGeom>
          <a:ln w="23812">
            <a:solidFill>
              <a:srgbClr val="2563EB"/>
            </a:solidFill>
            <a:custDash>
              <a:ds d="333333" sp="233333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f_d1_1" descr="Editable line; source id f_d1_1"/>
          <p:cNvCxnSpPr/>
          <p:nvPr/>
        </p:nvCxnSpPr>
        <p:spPr>
          <a:xfrm flipH="1">
            <a:off x="6905624" y="1690687"/>
            <a:ext cx="39688" cy="0"/>
          </a:xfrm>
          <a:prstGeom prst="line">
            <a:avLst/>
          </a:prstGeom>
          <a:ln w="23812">
            <a:solidFill>
              <a:srgbClr val="2563EB"/>
            </a:solidFill>
            <a:custDash>
              <a:ds d="333333" sp="233333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f_d1_2" descr="Editable line; source id f_d1_2"/>
          <p:cNvCxnSpPr/>
          <p:nvPr/>
        </p:nvCxnSpPr>
        <p:spPr>
          <a:xfrm>
            <a:off x="6905624" y="1690687"/>
            <a:ext cx="0" cy="158750"/>
          </a:xfrm>
          <a:prstGeom prst="line">
            <a:avLst/>
          </a:prstGeom>
          <a:ln w="23812">
            <a:solidFill>
              <a:srgbClr val="2563EB"/>
            </a:solidFill>
            <a:custDash>
              <a:ds d="333333" sp="233333"/>
            </a:custDash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f_d2_0" descr="Editable line; source id f_d2_0"/>
          <p:cNvCxnSpPr/>
          <p:nvPr/>
        </p:nvCxnSpPr>
        <p:spPr>
          <a:xfrm>
            <a:off x="7897812" y="1666874"/>
            <a:ext cx="0" cy="23813"/>
          </a:xfrm>
          <a:prstGeom prst="line">
            <a:avLst/>
          </a:prstGeom>
          <a:ln w="23812">
            <a:solidFill>
              <a:srgbClr val="2563EB"/>
            </a:solidFill>
            <a:custDash>
              <a:ds d="333333" sp="233333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f_d2_1" descr="Editable line; source id f_d2_1"/>
          <p:cNvCxnSpPr/>
          <p:nvPr/>
        </p:nvCxnSpPr>
        <p:spPr>
          <a:xfrm>
            <a:off x="7897812" y="1690687"/>
            <a:ext cx="1420812" cy="0"/>
          </a:xfrm>
          <a:prstGeom prst="line">
            <a:avLst/>
          </a:prstGeom>
          <a:ln w="23812">
            <a:solidFill>
              <a:srgbClr val="2563EB"/>
            </a:solidFill>
            <a:custDash>
              <a:ds d="333333" sp="233333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f_d2_2" descr="Editable line; source id f_d2_2"/>
          <p:cNvCxnSpPr/>
          <p:nvPr/>
        </p:nvCxnSpPr>
        <p:spPr>
          <a:xfrm>
            <a:off x="9318624" y="1690687"/>
            <a:ext cx="0" cy="158750"/>
          </a:xfrm>
          <a:prstGeom prst="line">
            <a:avLst/>
          </a:prstGeom>
          <a:ln w="23812">
            <a:solidFill>
              <a:srgbClr val="2563EB"/>
            </a:solidFill>
            <a:custDash>
              <a:ds d="333333" sp="233333"/>
            </a:custDash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_disp" descr="Editable shape; source id t_disp"/>
          <p:cNvSpPr/>
          <p:nvPr/>
        </p:nvSpPr>
        <p:spPr>
          <a:xfrm>
            <a:off x="4413249" y="1539874"/>
            <a:ext cx="531812" cy="293687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7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_disp_t" descr="Editable text; source id t_disp_t"/>
          <p:cNvSpPr txBox="1"/>
          <p:nvPr/>
        </p:nvSpPr>
        <p:spPr>
          <a:xfrm>
            <a:off x="4492624" y="1587499"/>
            <a:ext cx="373062" cy="2143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46"/>
              </a:lnSpc>
              <a:spcBef>
                <a:spcPts val="0"/>
              </a:spcBef>
              <a:spcAft>
                <a:spcPts val="0"/>
              </a:spcAft>
              <a:defRPr sz="1062" b="1" i="0" lang="zh-CN" dirty="0">
                <a:solidFill>
                  <a:srgbClr val="1D4ED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62" b="1" i="0" lang="zh-CN" dirty="0">
                <a:solidFill>
                  <a:srgbClr val="1D4ED8"/>
                </a:solidFill>
                <a:latin typeface="Noto Sans CJK SC"/>
                <a:ea typeface="Noto Sans CJK SC"/>
                <a:cs typeface="Noto Sans CJK SC"/>
              </a:rPr>
              <a:t>分派</a:t>
            </a:r>
          </a:p>
        </p:txBody>
      </p:sp>
      <p:cxnSp>
        <p:nvCxnSpPr>
          <p:cNvPr id="115" name="ret_0" descr="Editable line; source id ret_0"/>
          <p:cNvCxnSpPr/>
          <p:nvPr/>
        </p:nvCxnSpPr>
        <p:spPr>
          <a:xfrm flipH="1">
            <a:off x="9437687" y="4738687"/>
            <a:ext cx="23812" cy="79375"/>
          </a:xfrm>
          <a:prstGeom prst="line">
            <a:avLst/>
          </a:prstGeom>
          <a:ln w="47624">
            <a:solidFill>
              <a:srgbClr val="EA580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ret_1" descr="Editable line; source id ret_1"/>
          <p:cNvCxnSpPr/>
          <p:nvPr/>
        </p:nvCxnSpPr>
        <p:spPr>
          <a:xfrm flipH="1">
            <a:off x="9382124" y="4818062"/>
            <a:ext cx="55563" cy="71437"/>
          </a:xfrm>
          <a:prstGeom prst="line">
            <a:avLst/>
          </a:prstGeom>
          <a:ln w="47624">
            <a:solidFill>
              <a:srgbClr val="EA580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ret_2" descr="Editable line; source id ret_2"/>
          <p:cNvCxnSpPr/>
          <p:nvPr/>
        </p:nvCxnSpPr>
        <p:spPr>
          <a:xfrm flipH="1">
            <a:off x="9286874" y="4889499"/>
            <a:ext cx="95250" cy="63500"/>
          </a:xfrm>
          <a:prstGeom prst="line">
            <a:avLst/>
          </a:prstGeom>
          <a:ln w="47624">
            <a:solidFill>
              <a:srgbClr val="EA580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ret_3" descr="Editable line; source id ret_3"/>
          <p:cNvCxnSpPr/>
          <p:nvPr/>
        </p:nvCxnSpPr>
        <p:spPr>
          <a:xfrm flipH="1">
            <a:off x="9167812" y="4952999"/>
            <a:ext cx="119062" cy="63500"/>
          </a:xfrm>
          <a:prstGeom prst="line">
            <a:avLst/>
          </a:prstGeom>
          <a:ln w="47624">
            <a:solidFill>
              <a:srgbClr val="EA580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ret_4" descr="Editable line; source id ret_4"/>
          <p:cNvCxnSpPr/>
          <p:nvPr/>
        </p:nvCxnSpPr>
        <p:spPr>
          <a:xfrm flipH="1">
            <a:off x="9016999" y="5016499"/>
            <a:ext cx="150813" cy="55563"/>
          </a:xfrm>
          <a:prstGeom prst="line">
            <a:avLst/>
          </a:prstGeom>
          <a:ln w="47624">
            <a:solidFill>
              <a:srgbClr val="EA580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ret_5" descr="Editable line; source id ret_5"/>
          <p:cNvCxnSpPr/>
          <p:nvPr/>
        </p:nvCxnSpPr>
        <p:spPr>
          <a:xfrm flipH="1">
            <a:off x="8842374" y="5072062"/>
            <a:ext cx="174625" cy="55562"/>
          </a:xfrm>
          <a:prstGeom prst="line">
            <a:avLst/>
          </a:prstGeom>
          <a:ln w="47624">
            <a:solidFill>
              <a:srgbClr val="EA580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ret_6" descr="Editable line; source id ret_6"/>
          <p:cNvCxnSpPr/>
          <p:nvPr/>
        </p:nvCxnSpPr>
        <p:spPr>
          <a:xfrm flipH="1">
            <a:off x="8651874" y="5127624"/>
            <a:ext cx="190500" cy="47625"/>
          </a:xfrm>
          <a:prstGeom prst="line">
            <a:avLst/>
          </a:prstGeom>
          <a:ln w="47624">
            <a:solidFill>
              <a:srgbClr val="EA580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ret_7" descr="Editable line; source id ret_7"/>
          <p:cNvCxnSpPr/>
          <p:nvPr/>
        </p:nvCxnSpPr>
        <p:spPr>
          <a:xfrm flipH="1">
            <a:off x="8445499" y="5175249"/>
            <a:ext cx="206375" cy="31750"/>
          </a:xfrm>
          <a:prstGeom prst="line">
            <a:avLst/>
          </a:prstGeom>
          <a:ln w="47624">
            <a:solidFill>
              <a:srgbClr val="EA580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ret_8" descr="Editable line; source id ret_8"/>
          <p:cNvCxnSpPr/>
          <p:nvPr/>
        </p:nvCxnSpPr>
        <p:spPr>
          <a:xfrm flipH="1">
            <a:off x="8223249" y="5206999"/>
            <a:ext cx="222250" cy="39688"/>
          </a:xfrm>
          <a:prstGeom prst="line">
            <a:avLst/>
          </a:prstGeom>
          <a:ln w="47624">
            <a:solidFill>
              <a:srgbClr val="EA580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ret_9" descr="Editable line; source id ret_9"/>
          <p:cNvCxnSpPr/>
          <p:nvPr/>
        </p:nvCxnSpPr>
        <p:spPr>
          <a:xfrm flipH="1">
            <a:off x="8000999" y="5246687"/>
            <a:ext cx="222250" cy="23812"/>
          </a:xfrm>
          <a:prstGeom prst="line">
            <a:avLst/>
          </a:prstGeom>
          <a:ln w="47624">
            <a:solidFill>
              <a:srgbClr val="EA580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ret_10" descr="Editable line; source id ret_10"/>
          <p:cNvCxnSpPr/>
          <p:nvPr/>
        </p:nvCxnSpPr>
        <p:spPr>
          <a:xfrm flipH="1">
            <a:off x="7770812" y="5270499"/>
            <a:ext cx="230187" cy="15875"/>
          </a:xfrm>
          <a:prstGeom prst="line">
            <a:avLst/>
          </a:prstGeom>
          <a:ln w="47624">
            <a:solidFill>
              <a:srgbClr val="EA580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ret_11" descr="Editable line; source id ret_11"/>
          <p:cNvCxnSpPr/>
          <p:nvPr/>
        </p:nvCxnSpPr>
        <p:spPr>
          <a:xfrm flipH="1">
            <a:off x="7540624" y="5286374"/>
            <a:ext cx="230188" cy="15875"/>
          </a:xfrm>
          <a:prstGeom prst="line">
            <a:avLst/>
          </a:prstGeom>
          <a:ln w="47624">
            <a:solidFill>
              <a:srgbClr val="EA580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ret_12" descr="Editable line; source id ret_12"/>
          <p:cNvCxnSpPr/>
          <p:nvPr/>
        </p:nvCxnSpPr>
        <p:spPr>
          <a:xfrm flipH="1">
            <a:off x="7318374" y="5302249"/>
            <a:ext cx="222250" cy="7938"/>
          </a:xfrm>
          <a:prstGeom prst="line">
            <a:avLst/>
          </a:prstGeom>
          <a:ln w="47624">
            <a:solidFill>
              <a:srgbClr val="EA580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ret_13" descr="Editable line; source id ret_13"/>
          <p:cNvCxnSpPr/>
          <p:nvPr/>
        </p:nvCxnSpPr>
        <p:spPr>
          <a:xfrm flipH="1">
            <a:off x="7096124" y="5310187"/>
            <a:ext cx="222250" cy="0"/>
          </a:xfrm>
          <a:prstGeom prst="line">
            <a:avLst/>
          </a:prstGeom>
          <a:ln w="47624">
            <a:solidFill>
              <a:srgbClr val="EA580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ret_14" descr="Editable line; source id ret_14"/>
          <p:cNvCxnSpPr/>
          <p:nvPr/>
        </p:nvCxnSpPr>
        <p:spPr>
          <a:xfrm flipH="1" flipV="1">
            <a:off x="6889749" y="5302249"/>
            <a:ext cx="206375" cy="7938"/>
          </a:xfrm>
          <a:prstGeom prst="line">
            <a:avLst/>
          </a:prstGeom>
          <a:ln w="47624">
            <a:solidFill>
              <a:srgbClr val="EA580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ret_15" descr="Editable line; source id ret_15"/>
          <p:cNvCxnSpPr/>
          <p:nvPr/>
        </p:nvCxnSpPr>
        <p:spPr>
          <a:xfrm flipH="1" flipV="1">
            <a:off x="6699249" y="5286374"/>
            <a:ext cx="190500" cy="15875"/>
          </a:xfrm>
          <a:prstGeom prst="line">
            <a:avLst/>
          </a:prstGeom>
          <a:ln w="47624">
            <a:solidFill>
              <a:srgbClr val="EA580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ret_16" descr="Editable line; source id ret_16"/>
          <p:cNvCxnSpPr/>
          <p:nvPr/>
        </p:nvCxnSpPr>
        <p:spPr>
          <a:xfrm flipH="1" flipV="1">
            <a:off x="6524624" y="5262562"/>
            <a:ext cx="174625" cy="23812"/>
          </a:xfrm>
          <a:prstGeom prst="line">
            <a:avLst/>
          </a:prstGeom>
          <a:ln w="47624">
            <a:solidFill>
              <a:srgbClr val="EA580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ret_17" descr="Editable line; source id ret_17"/>
          <p:cNvCxnSpPr/>
          <p:nvPr/>
        </p:nvCxnSpPr>
        <p:spPr>
          <a:xfrm flipH="1" flipV="1">
            <a:off x="6373812" y="5230812"/>
            <a:ext cx="150812" cy="31750"/>
          </a:xfrm>
          <a:prstGeom prst="line">
            <a:avLst/>
          </a:prstGeom>
          <a:ln w="47624">
            <a:solidFill>
              <a:srgbClr val="EA580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ret_18" descr="Editable line; source id ret_18"/>
          <p:cNvSpPr/>
          <p:nvPr/>
        </p:nvSpPr>
        <p:spPr>
          <a:xfrm>
            <a:off x="6080125" y="5032375"/>
            <a:ext cx="307022" cy="218170"/>
          </a:xfrm>
          <a:custGeom>
            <a:avLst/>
            <a:gdLst/>
            <a:ahLst/>
            <a:cxnLst/>
            <a:rect l="l" t="t" r="r" b="b"/>
            <a:pathLst>
              <a:path w="38680" h="27486">
                <a:moveTo>
                  <a:pt x="35320" y="27486"/>
                </a:moveTo>
                <a:lnTo>
                  <a:pt x="18207" y="15922"/>
                </a:lnTo>
                <a:lnTo>
                  <a:pt x="14288" y="21722"/>
                </a:lnTo>
                <a:lnTo>
                  <a:pt x="0" y="0"/>
                </a:lnTo>
                <a:lnTo>
                  <a:pt x="25485" y="5151"/>
                </a:lnTo>
                <a:lnTo>
                  <a:pt x="21566" y="10951"/>
                </a:lnTo>
                <a:lnTo>
                  <a:pt x="38680" y="22514"/>
                </a:lnTo>
                <a:close/>
              </a:path>
            </a:pathLst>
          </a:cu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_ret" descr="Editable shape; source id t_ret"/>
          <p:cNvSpPr/>
          <p:nvPr/>
        </p:nvSpPr>
        <p:spPr>
          <a:xfrm>
            <a:off x="6778624" y="5095874"/>
            <a:ext cx="2071687" cy="293687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7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_ret_t" descr="Editable text; source id t_ret_t"/>
          <p:cNvSpPr txBox="1"/>
          <p:nvPr/>
        </p:nvSpPr>
        <p:spPr>
          <a:xfrm>
            <a:off x="6857999" y="5143499"/>
            <a:ext cx="1912937" cy="2143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46"/>
              </a:lnSpc>
              <a:spcBef>
                <a:spcPts val="0"/>
              </a:spcBef>
              <a:spcAft>
                <a:spcPts val="0"/>
              </a:spcAft>
              <a:defRPr sz="1062" b="1" i="0" lang="zh-CN" dirty="0">
                <a:solidFill>
                  <a:srgbClr val="C2410C"/>
                </a:solidFill>
                <a:latin typeface="DejaVu Sans"/>
                <a:ea typeface="DejaVu Sans"/>
                <a:cs typeface="DejaVu Sans"/>
              </a:defRPr>
            </a:pPr>
            <a:r>
              <a:rPr sz="1062" b="1" i="0" lang="zh-CN" dirty="0">
                <a:solidFill>
                  <a:srgbClr val="C2410C"/>
                </a:solidFill>
                <a:latin typeface="DejaVu Sans"/>
                <a:ea typeface="DejaVu Sans"/>
                <a:cs typeface="DejaVu Sans"/>
              </a:rPr>
              <a:t>issue </a:t>
            </a:r>
            <a:r>
              <a:rPr sz="1062" b="1" i="0" lang="zh-CN" dirty="0">
                <a:solidFill>
                  <a:srgbClr val="C2410C"/>
                </a:solidFill>
                <a:latin typeface="Noto Sans CJK SC"/>
                <a:ea typeface="Noto Sans CJK SC"/>
                <a:cs typeface="Noto Sans CJK SC"/>
              </a:rPr>
              <a:t>路由返工</a:t>
            </a:r>
            <a:r>
              <a:rPr sz="1062" b="1" i="0" lang="zh-CN" dirty="0">
                <a:solidFill>
                  <a:srgbClr val="C2410C"/>
                </a:solidFill>
                <a:latin typeface="DejaVu Sans"/>
                <a:ea typeface="DejaVu Sans"/>
                <a:cs typeface="DejaVu Sans"/>
              </a:rPr>
              <a:t> · </a:t>
            </a:r>
            <a:r>
              <a:rPr sz="1062" b="1" i="0" lang="zh-CN" dirty="0">
                <a:solidFill>
                  <a:srgbClr val="C2410C"/>
                </a:solidFill>
                <a:latin typeface="Noto Sans CJK SC"/>
                <a:ea typeface="Noto Sans CJK SC"/>
                <a:cs typeface="Noto Sans CJK SC"/>
              </a:rPr>
              <a:t>最多</a:t>
            </a:r>
            <a:r>
              <a:rPr sz="1062" b="1" i="0" lang="zh-CN" dirty="0">
                <a:solidFill>
                  <a:srgbClr val="C2410C"/>
                </a:solidFill>
                <a:latin typeface="DejaVu Sans"/>
                <a:ea typeface="DejaVu Sans"/>
                <a:cs typeface="DejaVu Sans"/>
              </a:rPr>
              <a:t> 5 </a:t>
            </a:r>
            <a:r>
              <a:rPr sz="1062" b="1" i="0" lang="zh-CN" dirty="0">
                <a:solidFill>
                  <a:srgbClr val="C2410C"/>
                </a:solidFill>
                <a:latin typeface="Noto Sans CJK SC"/>
                <a:ea typeface="Noto Sans CJK SC"/>
                <a:cs typeface="Noto Sans CJK SC"/>
              </a:rPr>
              <a:t>轮</a:t>
            </a:r>
          </a:p>
        </p:txBody>
      </p:sp>
      <p:sp>
        <p:nvSpPr>
          <p:cNvPr id="136" name="rail" descr="Editable shape; source id rail"/>
          <p:cNvSpPr/>
          <p:nvPr/>
        </p:nvSpPr>
        <p:spPr>
          <a:xfrm>
            <a:off x="317499" y="5429249"/>
            <a:ext cx="11556999" cy="634999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5874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7" name="rail_art" descr="cropped from the image-model asset sheet, cell &quot;ledger&quot; (Codex image_gen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12749" y="5582289"/>
            <a:ext cx="476249" cy="328920"/>
          </a:xfrm>
          <a:prstGeom prst="rect">
            <a:avLst/>
          </a:prstGeom>
          <a:effectLst/>
        </p:spPr>
      </p:pic>
      <p:sp>
        <p:nvSpPr>
          <p:cNvPr id="138" name="rail_t" descr="Editable text; source id rail_t"/>
          <p:cNvSpPr txBox="1"/>
          <p:nvPr/>
        </p:nvSpPr>
        <p:spPr>
          <a:xfrm>
            <a:off x="952499" y="5508624"/>
            <a:ext cx="2079624" cy="2698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015"/>
              </a:lnSpc>
              <a:spcBef>
                <a:spcPts val="0"/>
              </a:spcBef>
              <a:spcAft>
                <a:spcPts val="0"/>
              </a:spcAft>
              <a:defRPr sz="1374" b="1" i="0" lang="zh-CN" dirty="0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74" b="1" i="0" lang="zh-CN" dirty="0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回环账本</a:t>
            </a:r>
            <a:r>
              <a:rPr sz="1374" b="1" i="0" lang="zh-CN" dirty="0">
                <a:solidFill>
                  <a:srgbClr val="1F2937"/>
                </a:solidFill>
                <a:latin typeface="DejaVu Sans"/>
                <a:ea typeface="DejaVu Sans"/>
                <a:cs typeface="DejaVu Sans"/>
              </a:rPr>
              <a:t> ledger.json</a:t>
            </a:r>
          </a:p>
        </p:txBody>
      </p:sp>
      <p:sp>
        <p:nvSpPr>
          <p:cNvPr id="139" name="rail_s" descr="Editable text; source id rail_s"/>
          <p:cNvSpPr txBox="1"/>
          <p:nvPr/>
        </p:nvSpPr>
        <p:spPr>
          <a:xfrm>
            <a:off x="952499" y="5778499"/>
            <a:ext cx="1984374" cy="2222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374"/>
              </a:lnSpc>
              <a:spcBef>
                <a:spcPts val="0"/>
              </a:spcBef>
              <a:spcAft>
                <a:spcPts val="0"/>
              </a:spcAft>
              <a:defRPr sz="937" b="0" i="0" lang="zh-CN" dirty="0">
                <a:solidFill>
                  <a:srgbClr val="6B72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37" b="0" i="0" lang="zh-CN" dirty="0">
                <a:solidFill>
                  <a:srgbClr val="6B7280"/>
                </a:solidFill>
                <a:latin typeface="Noto Sans CJK SC"/>
                <a:ea typeface="Noto Sans CJK SC"/>
                <a:cs typeface="Noto Sans CJK SC"/>
              </a:rPr>
              <a:t>九道闸门落账</a:t>
            </a:r>
            <a:r>
              <a:rPr sz="937" b="0" i="0" lang="zh-CN" dirty="0">
                <a:solidFill>
                  <a:srgbClr val="6B7280"/>
                </a:solidFill>
                <a:latin typeface="DejaVu Sans"/>
                <a:ea typeface="DejaVu Sans"/>
                <a:cs typeface="DejaVu Sans"/>
              </a:rPr>
              <a:t> · </a:t>
            </a:r>
            <a:r>
              <a:rPr sz="937" b="0" i="0" lang="zh-CN" dirty="0">
                <a:solidFill>
                  <a:srgbClr val="6B7280"/>
                </a:solidFill>
                <a:latin typeface="Noto Sans CJK SC"/>
                <a:ea typeface="Noto Sans CJK SC"/>
                <a:cs typeface="Noto Sans CJK SC"/>
              </a:rPr>
              <a:t>文件锁</a:t>
            </a:r>
            <a:r>
              <a:rPr sz="937" b="0" i="0" lang="zh-CN" dirty="0">
                <a:solidFill>
                  <a:srgbClr val="6B7280"/>
                </a:solidFill>
                <a:latin typeface="DejaVu Sans"/>
                <a:ea typeface="DejaVu Sans"/>
                <a:cs typeface="DejaVu Sans"/>
              </a:rPr>
              <a:t> · </a:t>
            </a:r>
            <a:r>
              <a:rPr sz="937" b="0" i="0" lang="zh-CN" dirty="0">
                <a:solidFill>
                  <a:srgbClr val="6B7280"/>
                </a:solidFill>
                <a:latin typeface="Noto Sans CJK SC"/>
                <a:ea typeface="Noto Sans CJK SC"/>
                <a:cs typeface="Noto Sans CJK SC"/>
              </a:rPr>
              <a:t>产物指纹</a:t>
            </a:r>
          </a:p>
        </p:txBody>
      </p:sp>
      <p:sp>
        <p:nvSpPr>
          <p:cNvPr id="140" name="gate0" descr="Editable shape; source id gate0"/>
          <p:cNvSpPr/>
          <p:nvPr/>
        </p:nvSpPr>
        <p:spPr>
          <a:xfrm>
            <a:off x="3047999" y="5492749"/>
            <a:ext cx="928687" cy="507999"/>
          </a:xfrm>
          <a:prstGeom prst="roundRect">
            <a:avLst>
              <a:gd name="adj" fmla="val 15625"/>
            </a:avLst>
          </a:prstGeom>
          <a:solidFill>
            <a:srgbClr val="E3F6EA"/>
          </a:solidFill>
          <a:ln w="11906">
            <a:solidFill>
              <a:srgbClr val="9BD9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gate0_c" descr="Editable text; source id gate0_c"/>
          <p:cNvSpPr txBox="1"/>
          <p:nvPr/>
        </p:nvSpPr>
        <p:spPr>
          <a:xfrm>
            <a:off x="3047999" y="5508624"/>
            <a:ext cx="928687" cy="2381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609"/>
              </a:lnSpc>
              <a:spcBef>
                <a:spcPts val="0"/>
              </a:spcBef>
              <a:spcAft>
                <a:spcPts val="0"/>
              </a:spcAft>
              <a:defRPr sz="1374" b="1" i="0" lang="zh-CN" dirty="0">
                <a:solidFill>
                  <a:srgbClr val="0E9F6E"/>
                </a:solidFill>
                <a:latin typeface="DejaVu Sans"/>
                <a:ea typeface="DejaVu Sans"/>
                <a:cs typeface="DejaVu Sans"/>
              </a:defRPr>
            </a:pPr>
            <a:r>
              <a:rPr sz="1374" b="1" i="0" lang="zh-CN" dirty="0">
                <a:solidFill>
                  <a:srgbClr val="0E9F6E"/>
                </a:solidFill>
                <a:latin typeface="DejaVu Sans"/>
                <a:ea typeface="DejaVu Sans"/>
                <a:cs typeface="DejaVu Sans"/>
              </a:rPr>
              <a:t>✓</a:t>
            </a:r>
          </a:p>
        </p:txBody>
      </p:sp>
      <p:sp>
        <p:nvSpPr>
          <p:cNvPr id="142" name="gate0_t" descr="Editable text; source id gate0_t"/>
          <p:cNvSpPr txBox="1"/>
          <p:nvPr/>
        </p:nvSpPr>
        <p:spPr>
          <a:xfrm>
            <a:off x="3063874" y="5746749"/>
            <a:ext cx="896937" cy="206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890"/>
              </a:lnSpc>
              <a:spcBef>
                <a:spcPts val="0"/>
              </a:spcBef>
              <a:spcAft>
                <a:spcPts val="0"/>
              </a:spcAft>
              <a:defRPr sz="749" b="0" i="0" lang="zh-CN" dirty="0">
                <a:solidFill>
                  <a:srgbClr val="1F2937"/>
                </a:solidFill>
                <a:latin typeface="DejaVu Sans"/>
                <a:ea typeface="DejaVu Sans"/>
                <a:cs typeface="DejaVu Sans"/>
              </a:defRPr>
            </a:pPr>
            <a:r>
              <a:rPr sz="749" b="0" i="0" lang="zh-CN" dirty="0">
                <a:solidFill>
                  <a:srgbClr val="1F2937"/>
                </a:solidFill>
                <a:latin typeface="DejaVu Sans"/>
                <a:ea typeface="DejaVu Sans"/>
                <a:cs typeface="DejaVu Sans"/>
              </a:rPr>
              <a:t>scope_confirmed</a:t>
            </a:r>
          </a:p>
        </p:txBody>
      </p:sp>
      <p:sp>
        <p:nvSpPr>
          <p:cNvPr id="143" name="gate1" descr="Editable shape; source id gate1"/>
          <p:cNvSpPr/>
          <p:nvPr/>
        </p:nvSpPr>
        <p:spPr>
          <a:xfrm>
            <a:off x="4024312" y="5492749"/>
            <a:ext cx="928687" cy="507999"/>
          </a:xfrm>
          <a:prstGeom prst="roundRect">
            <a:avLst>
              <a:gd name="adj" fmla="val 15625"/>
            </a:avLst>
          </a:prstGeom>
          <a:solidFill>
            <a:srgbClr val="E3F6EA"/>
          </a:solidFill>
          <a:ln w="11906">
            <a:solidFill>
              <a:srgbClr val="9BD9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gate1_c" descr="Editable text; source id gate1_c"/>
          <p:cNvSpPr txBox="1"/>
          <p:nvPr/>
        </p:nvSpPr>
        <p:spPr>
          <a:xfrm>
            <a:off x="4024312" y="5508624"/>
            <a:ext cx="928687" cy="2381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609"/>
              </a:lnSpc>
              <a:spcBef>
                <a:spcPts val="0"/>
              </a:spcBef>
              <a:spcAft>
                <a:spcPts val="0"/>
              </a:spcAft>
              <a:defRPr sz="1374" b="1" i="0" lang="zh-CN" dirty="0">
                <a:solidFill>
                  <a:srgbClr val="0E9F6E"/>
                </a:solidFill>
                <a:latin typeface="DejaVu Sans"/>
                <a:ea typeface="DejaVu Sans"/>
                <a:cs typeface="DejaVu Sans"/>
              </a:defRPr>
            </a:pPr>
            <a:r>
              <a:rPr sz="1374" b="1" i="0" lang="zh-CN" dirty="0">
                <a:solidFill>
                  <a:srgbClr val="0E9F6E"/>
                </a:solidFill>
                <a:latin typeface="DejaVu Sans"/>
                <a:ea typeface="DejaVu Sans"/>
                <a:cs typeface="DejaVu Sans"/>
              </a:rPr>
              <a:t>✓</a:t>
            </a:r>
          </a:p>
        </p:txBody>
      </p:sp>
      <p:sp>
        <p:nvSpPr>
          <p:cNvPr id="145" name="gate1_t" descr="Editable text; source id gate1_t"/>
          <p:cNvSpPr txBox="1"/>
          <p:nvPr/>
        </p:nvSpPr>
        <p:spPr>
          <a:xfrm>
            <a:off x="4040187" y="5746749"/>
            <a:ext cx="896937" cy="206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890"/>
              </a:lnSpc>
              <a:spcBef>
                <a:spcPts val="0"/>
              </a:spcBef>
              <a:spcAft>
                <a:spcPts val="0"/>
              </a:spcAft>
              <a:defRPr sz="749" b="0" i="0" lang="zh-CN" dirty="0">
                <a:solidFill>
                  <a:srgbClr val="1F2937"/>
                </a:solidFill>
                <a:latin typeface="DejaVu Sans"/>
                <a:ea typeface="DejaVu Sans"/>
                <a:cs typeface="DejaVu Sans"/>
              </a:defRPr>
            </a:pPr>
            <a:r>
              <a:rPr sz="749" b="0" i="0" lang="zh-CN" dirty="0">
                <a:solidFill>
                  <a:srgbClr val="1F2937"/>
                </a:solidFill>
                <a:latin typeface="DejaVu Sans"/>
                <a:ea typeface="DejaVu Sans"/>
                <a:cs typeface="DejaVu Sans"/>
              </a:rPr>
              <a:t>lit_coverage</a:t>
            </a:r>
          </a:p>
        </p:txBody>
      </p:sp>
      <p:sp>
        <p:nvSpPr>
          <p:cNvPr id="146" name="gate2" descr="Editable shape; source id gate2"/>
          <p:cNvSpPr/>
          <p:nvPr/>
        </p:nvSpPr>
        <p:spPr>
          <a:xfrm>
            <a:off x="5000624" y="5492749"/>
            <a:ext cx="928687" cy="507999"/>
          </a:xfrm>
          <a:prstGeom prst="roundRect">
            <a:avLst>
              <a:gd name="adj" fmla="val 15625"/>
            </a:avLst>
          </a:prstGeom>
          <a:solidFill>
            <a:srgbClr val="E3F6EA"/>
          </a:solidFill>
          <a:ln w="11906">
            <a:solidFill>
              <a:srgbClr val="9BD9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gate2_c" descr="Editable text; source id gate2_c"/>
          <p:cNvSpPr txBox="1"/>
          <p:nvPr/>
        </p:nvSpPr>
        <p:spPr>
          <a:xfrm>
            <a:off x="5000624" y="5508624"/>
            <a:ext cx="928687" cy="2381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609"/>
              </a:lnSpc>
              <a:spcBef>
                <a:spcPts val="0"/>
              </a:spcBef>
              <a:spcAft>
                <a:spcPts val="0"/>
              </a:spcAft>
              <a:defRPr sz="1374" b="1" i="0" lang="zh-CN" dirty="0">
                <a:solidFill>
                  <a:srgbClr val="0E9F6E"/>
                </a:solidFill>
                <a:latin typeface="DejaVu Sans"/>
                <a:ea typeface="DejaVu Sans"/>
                <a:cs typeface="DejaVu Sans"/>
              </a:defRPr>
            </a:pPr>
            <a:r>
              <a:rPr sz="1374" b="1" i="0" lang="zh-CN" dirty="0">
                <a:solidFill>
                  <a:srgbClr val="0E9F6E"/>
                </a:solidFill>
                <a:latin typeface="DejaVu Sans"/>
                <a:ea typeface="DejaVu Sans"/>
                <a:cs typeface="DejaVu Sans"/>
              </a:rPr>
              <a:t>✓</a:t>
            </a:r>
          </a:p>
        </p:txBody>
      </p:sp>
      <p:sp>
        <p:nvSpPr>
          <p:cNvPr id="148" name="gate2_t" descr="Editable text; source id gate2_t"/>
          <p:cNvSpPr txBox="1"/>
          <p:nvPr/>
        </p:nvSpPr>
        <p:spPr>
          <a:xfrm>
            <a:off x="5016499" y="5746749"/>
            <a:ext cx="896937" cy="206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890"/>
              </a:lnSpc>
              <a:spcBef>
                <a:spcPts val="0"/>
              </a:spcBef>
              <a:spcAft>
                <a:spcPts val="0"/>
              </a:spcAft>
              <a:defRPr sz="749" b="0" i="0" lang="zh-CN" dirty="0">
                <a:solidFill>
                  <a:srgbClr val="1F2937"/>
                </a:solidFill>
                <a:latin typeface="DejaVu Sans"/>
                <a:ea typeface="DejaVu Sans"/>
                <a:cs typeface="DejaVu Sans"/>
              </a:defRPr>
            </a:pPr>
            <a:r>
              <a:rPr sz="749" b="0" i="0" lang="zh-CN" dirty="0">
                <a:solidFill>
                  <a:srgbClr val="1F2937"/>
                </a:solidFill>
                <a:latin typeface="DejaVu Sans"/>
                <a:ea typeface="DejaVu Sans"/>
                <a:cs typeface="DejaVu Sans"/>
              </a:rPr>
              <a:t>style_bank_ready</a:t>
            </a:r>
          </a:p>
        </p:txBody>
      </p:sp>
      <p:sp>
        <p:nvSpPr>
          <p:cNvPr id="149" name="gate3" descr="Editable shape; source id gate3"/>
          <p:cNvSpPr/>
          <p:nvPr/>
        </p:nvSpPr>
        <p:spPr>
          <a:xfrm>
            <a:off x="5976937" y="5492749"/>
            <a:ext cx="928687" cy="507999"/>
          </a:xfrm>
          <a:prstGeom prst="roundRect">
            <a:avLst>
              <a:gd name="adj" fmla="val 15625"/>
            </a:avLst>
          </a:prstGeom>
          <a:solidFill>
            <a:srgbClr val="E3F6EA"/>
          </a:solidFill>
          <a:ln w="11906">
            <a:solidFill>
              <a:srgbClr val="9BD9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gate3_c" descr="Editable text; source id gate3_c"/>
          <p:cNvSpPr txBox="1"/>
          <p:nvPr/>
        </p:nvSpPr>
        <p:spPr>
          <a:xfrm>
            <a:off x="5976937" y="5508624"/>
            <a:ext cx="928687" cy="2381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609"/>
              </a:lnSpc>
              <a:spcBef>
                <a:spcPts val="0"/>
              </a:spcBef>
              <a:spcAft>
                <a:spcPts val="0"/>
              </a:spcAft>
              <a:defRPr sz="1374" b="1" i="0" lang="zh-CN" dirty="0">
                <a:solidFill>
                  <a:srgbClr val="0E9F6E"/>
                </a:solidFill>
                <a:latin typeface="DejaVu Sans"/>
                <a:ea typeface="DejaVu Sans"/>
                <a:cs typeface="DejaVu Sans"/>
              </a:defRPr>
            </a:pPr>
            <a:r>
              <a:rPr sz="1374" b="1" i="0" lang="zh-CN" dirty="0">
                <a:solidFill>
                  <a:srgbClr val="0E9F6E"/>
                </a:solidFill>
                <a:latin typeface="DejaVu Sans"/>
                <a:ea typeface="DejaVu Sans"/>
                <a:cs typeface="DejaVu Sans"/>
              </a:rPr>
              <a:t>✓</a:t>
            </a:r>
          </a:p>
        </p:txBody>
      </p:sp>
      <p:sp>
        <p:nvSpPr>
          <p:cNvPr id="151" name="gate3_t" descr="Editable text; source id gate3_t"/>
          <p:cNvSpPr txBox="1"/>
          <p:nvPr/>
        </p:nvSpPr>
        <p:spPr>
          <a:xfrm>
            <a:off x="5992812" y="5746749"/>
            <a:ext cx="896937" cy="206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890"/>
              </a:lnSpc>
              <a:spcBef>
                <a:spcPts val="0"/>
              </a:spcBef>
              <a:spcAft>
                <a:spcPts val="0"/>
              </a:spcAft>
              <a:defRPr sz="749" b="0" i="0" lang="zh-CN" dirty="0">
                <a:solidFill>
                  <a:srgbClr val="1F2937"/>
                </a:solidFill>
                <a:latin typeface="DejaVu Sans"/>
                <a:ea typeface="DejaVu Sans"/>
                <a:cs typeface="DejaVu Sans"/>
              </a:defRPr>
            </a:pPr>
            <a:r>
              <a:rPr sz="749" b="0" i="0" lang="zh-CN" dirty="0">
                <a:solidFill>
                  <a:srgbClr val="1F2937"/>
                </a:solidFill>
                <a:latin typeface="DejaVu Sans"/>
                <a:ea typeface="DejaVu Sans"/>
                <a:cs typeface="DejaVu Sans"/>
              </a:rPr>
              <a:t>ref_integrity</a:t>
            </a:r>
          </a:p>
        </p:txBody>
      </p:sp>
      <p:sp>
        <p:nvSpPr>
          <p:cNvPr id="152" name="gate4" descr="Editable shape; source id gate4"/>
          <p:cNvSpPr/>
          <p:nvPr/>
        </p:nvSpPr>
        <p:spPr>
          <a:xfrm>
            <a:off x="6953249" y="5492749"/>
            <a:ext cx="928687" cy="507999"/>
          </a:xfrm>
          <a:prstGeom prst="roundRect">
            <a:avLst>
              <a:gd name="adj" fmla="val 15625"/>
            </a:avLst>
          </a:prstGeom>
          <a:solidFill>
            <a:srgbClr val="E3F6EA"/>
          </a:solidFill>
          <a:ln w="11906">
            <a:solidFill>
              <a:srgbClr val="9BD9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gate4_c" descr="Editable text; source id gate4_c"/>
          <p:cNvSpPr txBox="1"/>
          <p:nvPr/>
        </p:nvSpPr>
        <p:spPr>
          <a:xfrm>
            <a:off x="6953249" y="5508624"/>
            <a:ext cx="928687" cy="2381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609"/>
              </a:lnSpc>
              <a:spcBef>
                <a:spcPts val="0"/>
              </a:spcBef>
              <a:spcAft>
                <a:spcPts val="0"/>
              </a:spcAft>
              <a:defRPr sz="1374" b="1" i="0" lang="zh-CN" dirty="0">
                <a:solidFill>
                  <a:srgbClr val="0E9F6E"/>
                </a:solidFill>
                <a:latin typeface="DejaVu Sans"/>
                <a:ea typeface="DejaVu Sans"/>
                <a:cs typeface="DejaVu Sans"/>
              </a:defRPr>
            </a:pPr>
            <a:r>
              <a:rPr sz="1374" b="1" i="0" lang="zh-CN" dirty="0">
                <a:solidFill>
                  <a:srgbClr val="0E9F6E"/>
                </a:solidFill>
                <a:latin typeface="DejaVu Sans"/>
                <a:ea typeface="DejaVu Sans"/>
                <a:cs typeface="DejaVu Sans"/>
              </a:rPr>
              <a:t>✓</a:t>
            </a:r>
          </a:p>
        </p:txBody>
      </p:sp>
      <p:sp>
        <p:nvSpPr>
          <p:cNvPr id="154" name="gate4_t" descr="Editable text; source id gate4_t"/>
          <p:cNvSpPr txBox="1"/>
          <p:nvPr/>
        </p:nvSpPr>
        <p:spPr>
          <a:xfrm>
            <a:off x="6969124" y="5746749"/>
            <a:ext cx="896937" cy="206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890"/>
              </a:lnSpc>
              <a:spcBef>
                <a:spcPts val="0"/>
              </a:spcBef>
              <a:spcAft>
                <a:spcPts val="0"/>
              </a:spcAft>
              <a:defRPr sz="749" b="0" i="0" lang="zh-CN" dirty="0">
                <a:solidFill>
                  <a:srgbClr val="1F2937"/>
                </a:solidFill>
                <a:latin typeface="DejaVu Sans"/>
                <a:ea typeface="DejaVu Sans"/>
                <a:cs typeface="DejaVu Sans"/>
              </a:defRPr>
            </a:pPr>
            <a:r>
              <a:rPr sz="749" b="0" i="0" lang="zh-CN" dirty="0">
                <a:solidFill>
                  <a:srgbClr val="1F2937"/>
                </a:solidFill>
                <a:latin typeface="DejaVu Sans"/>
                <a:ea typeface="DejaVu Sans"/>
                <a:cs typeface="DejaVu Sans"/>
              </a:rPr>
              <a:t>taxonomy_ready</a:t>
            </a:r>
          </a:p>
        </p:txBody>
      </p:sp>
      <p:sp>
        <p:nvSpPr>
          <p:cNvPr id="155" name="gate5" descr="Editable shape; source id gate5"/>
          <p:cNvSpPr/>
          <p:nvPr/>
        </p:nvSpPr>
        <p:spPr>
          <a:xfrm>
            <a:off x="7929562" y="5492749"/>
            <a:ext cx="928687" cy="507999"/>
          </a:xfrm>
          <a:prstGeom prst="roundRect">
            <a:avLst>
              <a:gd name="adj" fmla="val 15625"/>
            </a:avLst>
          </a:prstGeom>
          <a:solidFill>
            <a:srgbClr val="E3F6EA"/>
          </a:solidFill>
          <a:ln w="11906">
            <a:solidFill>
              <a:srgbClr val="9BD9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gate5_c" descr="Editable text; source id gate5_c"/>
          <p:cNvSpPr txBox="1"/>
          <p:nvPr/>
        </p:nvSpPr>
        <p:spPr>
          <a:xfrm>
            <a:off x="7929562" y="5508624"/>
            <a:ext cx="928687" cy="2381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609"/>
              </a:lnSpc>
              <a:spcBef>
                <a:spcPts val="0"/>
              </a:spcBef>
              <a:spcAft>
                <a:spcPts val="0"/>
              </a:spcAft>
              <a:defRPr sz="1374" b="1" i="0" lang="zh-CN" dirty="0">
                <a:solidFill>
                  <a:srgbClr val="0E9F6E"/>
                </a:solidFill>
                <a:latin typeface="DejaVu Sans"/>
                <a:ea typeface="DejaVu Sans"/>
                <a:cs typeface="DejaVu Sans"/>
              </a:defRPr>
            </a:pPr>
            <a:r>
              <a:rPr sz="1374" b="1" i="0" lang="zh-CN" dirty="0">
                <a:solidFill>
                  <a:srgbClr val="0E9F6E"/>
                </a:solidFill>
                <a:latin typeface="DejaVu Sans"/>
                <a:ea typeface="DejaVu Sans"/>
                <a:cs typeface="DejaVu Sans"/>
              </a:rPr>
              <a:t>✓</a:t>
            </a:r>
          </a:p>
        </p:txBody>
      </p:sp>
      <p:sp>
        <p:nvSpPr>
          <p:cNvPr id="157" name="gate5_t" descr="Editable text; source id gate5_t"/>
          <p:cNvSpPr txBox="1"/>
          <p:nvPr/>
        </p:nvSpPr>
        <p:spPr>
          <a:xfrm>
            <a:off x="7945437" y="5746749"/>
            <a:ext cx="896937" cy="206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890"/>
              </a:lnSpc>
              <a:spcBef>
                <a:spcPts val="0"/>
              </a:spcBef>
              <a:spcAft>
                <a:spcPts val="0"/>
              </a:spcAft>
              <a:defRPr sz="749" b="0" i="0" lang="zh-CN" dirty="0">
                <a:solidFill>
                  <a:srgbClr val="1F2937"/>
                </a:solidFill>
                <a:latin typeface="DejaVu Sans"/>
                <a:ea typeface="DejaVu Sans"/>
                <a:cs typeface="DejaVu Sans"/>
              </a:defRPr>
            </a:pPr>
            <a:r>
              <a:rPr sz="749" b="0" i="0" lang="zh-CN" dirty="0">
                <a:solidFill>
                  <a:srgbClr val="1F2937"/>
                </a:solidFill>
                <a:latin typeface="DejaVu Sans"/>
                <a:ea typeface="DejaVu Sans"/>
                <a:cs typeface="DejaVu Sans"/>
              </a:rPr>
              <a:t>figures_ready</a:t>
            </a:r>
          </a:p>
        </p:txBody>
      </p:sp>
      <p:sp>
        <p:nvSpPr>
          <p:cNvPr id="158" name="gate6" descr="Editable shape; source id gate6"/>
          <p:cNvSpPr/>
          <p:nvPr/>
        </p:nvSpPr>
        <p:spPr>
          <a:xfrm>
            <a:off x="8905874" y="5492749"/>
            <a:ext cx="928687" cy="507999"/>
          </a:xfrm>
          <a:prstGeom prst="roundRect">
            <a:avLst>
              <a:gd name="adj" fmla="val 15625"/>
            </a:avLst>
          </a:prstGeom>
          <a:solidFill>
            <a:srgbClr val="E3F6EA"/>
          </a:solidFill>
          <a:ln w="11906">
            <a:solidFill>
              <a:srgbClr val="9BD9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gate6_c" descr="Editable text; source id gate6_c"/>
          <p:cNvSpPr txBox="1"/>
          <p:nvPr/>
        </p:nvSpPr>
        <p:spPr>
          <a:xfrm>
            <a:off x="8905874" y="5508624"/>
            <a:ext cx="928687" cy="2381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609"/>
              </a:lnSpc>
              <a:spcBef>
                <a:spcPts val="0"/>
              </a:spcBef>
              <a:spcAft>
                <a:spcPts val="0"/>
              </a:spcAft>
              <a:defRPr sz="1374" b="1" i="0" lang="zh-CN" dirty="0">
                <a:solidFill>
                  <a:srgbClr val="0E9F6E"/>
                </a:solidFill>
                <a:latin typeface="DejaVu Sans"/>
                <a:ea typeface="DejaVu Sans"/>
                <a:cs typeface="DejaVu Sans"/>
              </a:defRPr>
            </a:pPr>
            <a:r>
              <a:rPr sz="1374" b="1" i="0" lang="zh-CN" dirty="0">
                <a:solidFill>
                  <a:srgbClr val="0E9F6E"/>
                </a:solidFill>
                <a:latin typeface="DejaVu Sans"/>
                <a:ea typeface="DejaVu Sans"/>
                <a:cs typeface="DejaVu Sans"/>
              </a:rPr>
              <a:t>✓</a:t>
            </a:r>
          </a:p>
        </p:txBody>
      </p:sp>
      <p:sp>
        <p:nvSpPr>
          <p:cNvPr id="160" name="gate6_t" descr="Editable text; source id gate6_t"/>
          <p:cNvSpPr txBox="1"/>
          <p:nvPr/>
        </p:nvSpPr>
        <p:spPr>
          <a:xfrm>
            <a:off x="8921749" y="5746749"/>
            <a:ext cx="896937" cy="206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890"/>
              </a:lnSpc>
              <a:spcBef>
                <a:spcPts val="0"/>
              </a:spcBef>
              <a:spcAft>
                <a:spcPts val="0"/>
              </a:spcAft>
              <a:defRPr sz="749" b="0" i="0" lang="zh-CN" dirty="0">
                <a:solidFill>
                  <a:srgbClr val="1F2937"/>
                </a:solidFill>
                <a:latin typeface="DejaVu Sans"/>
                <a:ea typeface="DejaVu Sans"/>
                <a:cs typeface="DejaVu Sans"/>
              </a:defRPr>
            </a:pPr>
            <a:r>
              <a:rPr sz="749" b="0" i="0" lang="zh-CN" dirty="0">
                <a:solidFill>
                  <a:srgbClr val="1F2937"/>
                </a:solidFill>
                <a:latin typeface="DejaVu Sans"/>
                <a:ea typeface="DejaVu Sans"/>
                <a:cs typeface="DejaVu Sans"/>
              </a:rPr>
              <a:t>draft_complete</a:t>
            </a:r>
          </a:p>
        </p:txBody>
      </p:sp>
      <p:sp>
        <p:nvSpPr>
          <p:cNvPr id="161" name="gate7" descr="Editable shape; source id gate7"/>
          <p:cNvSpPr/>
          <p:nvPr/>
        </p:nvSpPr>
        <p:spPr>
          <a:xfrm>
            <a:off x="9882187" y="5492749"/>
            <a:ext cx="928687" cy="507999"/>
          </a:xfrm>
          <a:prstGeom prst="roundRect">
            <a:avLst>
              <a:gd name="adj" fmla="val 15625"/>
            </a:avLst>
          </a:prstGeom>
          <a:solidFill>
            <a:srgbClr val="E3F6EA"/>
          </a:solidFill>
          <a:ln w="11906">
            <a:solidFill>
              <a:srgbClr val="9BD9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gate7_c" descr="Editable text; source id gate7_c"/>
          <p:cNvSpPr txBox="1"/>
          <p:nvPr/>
        </p:nvSpPr>
        <p:spPr>
          <a:xfrm>
            <a:off x="9882187" y="5508624"/>
            <a:ext cx="928687" cy="2381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609"/>
              </a:lnSpc>
              <a:spcBef>
                <a:spcPts val="0"/>
              </a:spcBef>
              <a:spcAft>
                <a:spcPts val="0"/>
              </a:spcAft>
              <a:defRPr sz="1374" b="1" i="0" lang="zh-CN" dirty="0">
                <a:solidFill>
                  <a:srgbClr val="0E9F6E"/>
                </a:solidFill>
                <a:latin typeface="DejaVu Sans"/>
                <a:ea typeface="DejaVu Sans"/>
                <a:cs typeface="DejaVu Sans"/>
              </a:defRPr>
            </a:pPr>
            <a:r>
              <a:rPr sz="1374" b="1" i="0" lang="zh-CN" dirty="0">
                <a:solidFill>
                  <a:srgbClr val="0E9F6E"/>
                </a:solidFill>
                <a:latin typeface="DejaVu Sans"/>
                <a:ea typeface="DejaVu Sans"/>
                <a:cs typeface="DejaVu Sans"/>
              </a:rPr>
              <a:t>✓</a:t>
            </a:r>
          </a:p>
        </p:txBody>
      </p:sp>
      <p:sp>
        <p:nvSpPr>
          <p:cNvPr id="163" name="gate7_t" descr="Editable text; source id gate7_t"/>
          <p:cNvSpPr txBox="1"/>
          <p:nvPr/>
        </p:nvSpPr>
        <p:spPr>
          <a:xfrm>
            <a:off x="9898062" y="5746749"/>
            <a:ext cx="896937" cy="206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890"/>
              </a:lnSpc>
              <a:spcBef>
                <a:spcPts val="0"/>
              </a:spcBef>
              <a:spcAft>
                <a:spcPts val="0"/>
              </a:spcAft>
              <a:defRPr sz="749" b="0" i="0" lang="zh-CN" dirty="0">
                <a:solidFill>
                  <a:srgbClr val="1F2937"/>
                </a:solidFill>
                <a:latin typeface="DejaVu Sans"/>
                <a:ea typeface="DejaVu Sans"/>
                <a:cs typeface="DejaVu Sans"/>
              </a:defRPr>
            </a:pPr>
            <a:r>
              <a:rPr sz="749" b="0" i="0" lang="zh-CN" dirty="0">
                <a:solidFill>
                  <a:srgbClr val="1F2937"/>
                </a:solidFill>
                <a:latin typeface="DejaVu Sans"/>
                <a:ea typeface="DejaVu Sans"/>
                <a:cs typeface="DejaVu Sans"/>
              </a:rPr>
              <a:t>ideas_reviewed</a:t>
            </a:r>
          </a:p>
        </p:txBody>
      </p:sp>
      <p:sp>
        <p:nvSpPr>
          <p:cNvPr id="164" name="gate8" descr="Editable shape; source id gate8"/>
          <p:cNvSpPr/>
          <p:nvPr/>
        </p:nvSpPr>
        <p:spPr>
          <a:xfrm>
            <a:off x="10858499" y="5492749"/>
            <a:ext cx="928687" cy="507999"/>
          </a:xfrm>
          <a:prstGeom prst="roundRect">
            <a:avLst>
              <a:gd name="adj" fmla="val 15625"/>
            </a:avLst>
          </a:prstGeom>
          <a:solidFill>
            <a:srgbClr val="E3F6EA"/>
          </a:solidFill>
          <a:ln w="11906">
            <a:solidFill>
              <a:srgbClr val="9BD9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gate8_c" descr="Editable text; source id gate8_c"/>
          <p:cNvSpPr txBox="1"/>
          <p:nvPr/>
        </p:nvSpPr>
        <p:spPr>
          <a:xfrm>
            <a:off x="10858499" y="5508624"/>
            <a:ext cx="928687" cy="2381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609"/>
              </a:lnSpc>
              <a:spcBef>
                <a:spcPts val="0"/>
              </a:spcBef>
              <a:spcAft>
                <a:spcPts val="0"/>
              </a:spcAft>
              <a:defRPr sz="1374" b="1" i="0" lang="zh-CN" dirty="0">
                <a:solidFill>
                  <a:srgbClr val="0E9F6E"/>
                </a:solidFill>
                <a:latin typeface="DejaVu Sans"/>
                <a:ea typeface="DejaVu Sans"/>
                <a:cs typeface="DejaVu Sans"/>
              </a:defRPr>
            </a:pPr>
            <a:r>
              <a:rPr sz="1374" b="1" i="0" lang="zh-CN" dirty="0">
                <a:solidFill>
                  <a:srgbClr val="0E9F6E"/>
                </a:solidFill>
                <a:latin typeface="DejaVu Sans"/>
                <a:ea typeface="DejaVu Sans"/>
                <a:cs typeface="DejaVu Sans"/>
              </a:rPr>
              <a:t>✓</a:t>
            </a:r>
          </a:p>
        </p:txBody>
      </p:sp>
      <p:sp>
        <p:nvSpPr>
          <p:cNvPr id="166" name="gate8_t" descr="Editable text; source id gate8_t"/>
          <p:cNvSpPr txBox="1"/>
          <p:nvPr/>
        </p:nvSpPr>
        <p:spPr>
          <a:xfrm>
            <a:off x="10874374" y="5746749"/>
            <a:ext cx="896937" cy="206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890"/>
              </a:lnSpc>
              <a:spcBef>
                <a:spcPts val="0"/>
              </a:spcBef>
              <a:spcAft>
                <a:spcPts val="0"/>
              </a:spcAft>
              <a:defRPr sz="749" b="0" i="0" lang="zh-CN" dirty="0">
                <a:solidFill>
                  <a:srgbClr val="1F2937"/>
                </a:solidFill>
                <a:latin typeface="DejaVu Sans"/>
                <a:ea typeface="DejaVu Sans"/>
                <a:cs typeface="DejaVu Sans"/>
              </a:defRPr>
            </a:pPr>
            <a:r>
              <a:rPr sz="749" b="0" i="0" lang="zh-CN" dirty="0">
                <a:solidFill>
                  <a:srgbClr val="1F2937"/>
                </a:solidFill>
                <a:latin typeface="DejaVu Sans"/>
                <a:ea typeface="DejaVu Sans"/>
                <a:cs typeface="DejaVu Sans"/>
              </a:rPr>
              <a:t>review_pass</a:t>
            </a:r>
          </a:p>
        </p:txBody>
      </p:sp>
      <p:sp>
        <p:nvSpPr>
          <p:cNvPr id="167" name="f_w0_0" descr="Editable line; source id f_w0_0"/>
          <p:cNvSpPr/>
          <p:nvPr/>
        </p:nvSpPr>
        <p:spPr>
          <a:xfrm>
            <a:off x="2420937" y="5024437"/>
            <a:ext cx="79375" cy="357187"/>
          </a:xfrm>
          <a:custGeom>
            <a:avLst/>
            <a:gdLst/>
            <a:ahLst/>
            <a:cxnLst/>
            <a:rect l="l" t="t" r="r" b="b"/>
            <a:pathLst>
              <a:path w="10000" h="45000">
                <a:moveTo>
                  <a:pt x="6000" y="0"/>
                </a:moveTo>
                <a:lnTo>
                  <a:pt x="6000" y="33000"/>
                </a:lnTo>
                <a:lnTo>
                  <a:pt x="10000" y="33000"/>
                </a:lnTo>
                <a:lnTo>
                  <a:pt x="5000" y="45000"/>
                </a:lnTo>
                <a:lnTo>
                  <a:pt x="0" y="33000"/>
                </a:lnTo>
                <a:lnTo>
                  <a:pt x="4000" y="33000"/>
                </a:lnTo>
                <a:lnTo>
                  <a:pt x="4000" y="0"/>
                </a:lnTo>
                <a:close/>
              </a:path>
            </a:pathLst>
          </a:custGeom>
          <a:solidFill>
            <a:srgbClr val="9CA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f_w1_0" descr="Editable line; source id f_w1_0"/>
          <p:cNvSpPr/>
          <p:nvPr/>
        </p:nvSpPr>
        <p:spPr>
          <a:xfrm>
            <a:off x="5754687" y="5024437"/>
            <a:ext cx="79375" cy="357187"/>
          </a:xfrm>
          <a:custGeom>
            <a:avLst/>
            <a:gdLst/>
            <a:ahLst/>
            <a:cxnLst/>
            <a:rect l="l" t="t" r="r" b="b"/>
            <a:pathLst>
              <a:path w="10000" h="45000">
                <a:moveTo>
                  <a:pt x="6000" y="0"/>
                </a:moveTo>
                <a:lnTo>
                  <a:pt x="6000" y="33000"/>
                </a:lnTo>
                <a:lnTo>
                  <a:pt x="10000" y="33000"/>
                </a:lnTo>
                <a:lnTo>
                  <a:pt x="5000" y="45000"/>
                </a:lnTo>
                <a:lnTo>
                  <a:pt x="0" y="33000"/>
                </a:lnTo>
                <a:lnTo>
                  <a:pt x="4000" y="33000"/>
                </a:lnTo>
                <a:lnTo>
                  <a:pt x="4000" y="0"/>
                </a:lnTo>
                <a:close/>
              </a:path>
            </a:pathLst>
          </a:custGeom>
          <a:solidFill>
            <a:srgbClr val="9CA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f_w2_0" descr="Editable line; source id f_w2_0"/>
          <p:cNvSpPr/>
          <p:nvPr/>
        </p:nvSpPr>
        <p:spPr>
          <a:xfrm>
            <a:off x="11437937" y="5024437"/>
            <a:ext cx="79375" cy="357187"/>
          </a:xfrm>
          <a:custGeom>
            <a:avLst/>
            <a:gdLst/>
            <a:ahLst/>
            <a:cxnLst/>
            <a:rect l="l" t="t" r="r" b="b"/>
            <a:pathLst>
              <a:path w="10000" h="45000">
                <a:moveTo>
                  <a:pt x="6000" y="0"/>
                </a:moveTo>
                <a:lnTo>
                  <a:pt x="6000" y="33000"/>
                </a:lnTo>
                <a:lnTo>
                  <a:pt x="10000" y="33000"/>
                </a:lnTo>
                <a:lnTo>
                  <a:pt x="5000" y="45000"/>
                </a:lnTo>
                <a:lnTo>
                  <a:pt x="0" y="33000"/>
                </a:lnTo>
                <a:lnTo>
                  <a:pt x="4000" y="33000"/>
                </a:lnTo>
                <a:lnTo>
                  <a:pt x="4000" y="0"/>
                </a:lnTo>
                <a:close/>
              </a:path>
            </a:pathLst>
          </a:custGeom>
          <a:solidFill>
            <a:srgbClr val="9CA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_w" descr="Editable shape; source id t_w"/>
          <p:cNvSpPr/>
          <p:nvPr/>
        </p:nvSpPr>
        <p:spPr>
          <a:xfrm>
            <a:off x="2627312" y="5072062"/>
            <a:ext cx="492124" cy="26987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7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_w_t" descr="Editable text; source id t_w_t"/>
          <p:cNvSpPr txBox="1"/>
          <p:nvPr/>
        </p:nvSpPr>
        <p:spPr>
          <a:xfrm>
            <a:off x="2706687" y="5111749"/>
            <a:ext cx="333374" cy="1904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374"/>
              </a:lnSpc>
              <a:spcBef>
                <a:spcPts val="0"/>
              </a:spcBef>
              <a:spcAft>
                <a:spcPts val="0"/>
              </a:spcAft>
              <a:defRPr sz="937" b="0" i="0" lang="zh-CN" dirty="0">
                <a:solidFill>
                  <a:srgbClr val="4B55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37" b="0" i="0" lang="zh-CN" dirty="0">
                <a:solidFill>
                  <a:srgbClr val="4B5563"/>
                </a:solidFill>
                <a:latin typeface="Noto Sans CJK SC"/>
                <a:ea typeface="Noto Sans CJK SC"/>
                <a:cs typeface="Noto Sans CJK SC"/>
              </a:rPr>
              <a:t>落账</a:t>
            </a:r>
          </a:p>
        </p:txBody>
      </p:sp>
      <p:sp>
        <p:nvSpPr>
          <p:cNvPr id="172" name="kpi0" descr="Editable shape; source id kpi0"/>
          <p:cNvSpPr/>
          <p:nvPr/>
        </p:nvSpPr>
        <p:spPr>
          <a:xfrm>
            <a:off x="317499" y="6127749"/>
            <a:ext cx="2793999" cy="666749"/>
          </a:xfrm>
          <a:prstGeom prst="roundRect">
            <a:avLst>
              <a:gd name="adj" fmla="val 16666"/>
            </a:avLst>
          </a:prstGeom>
          <a:solidFill>
            <a:srgbClr val="E8F1FD"/>
          </a:solidFill>
          <a:ln w="14287">
            <a:solidFill>
              <a:srgbClr val="9DB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kpi0_b" descr="Editable text; source id kpi0_b"/>
          <p:cNvSpPr txBox="1"/>
          <p:nvPr/>
        </p:nvSpPr>
        <p:spPr>
          <a:xfrm>
            <a:off x="444499" y="6159499"/>
            <a:ext cx="666749" cy="6032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3937"/>
              </a:lnSpc>
              <a:spcBef>
                <a:spcPts val="0"/>
              </a:spcBef>
              <a:spcAft>
                <a:spcPts val="0"/>
              </a:spcAft>
              <a:defRPr sz="3374" b="1" i="0" lang="zh-CN" dirty="0">
                <a:solidFill>
                  <a:srgbClr val="2563EB"/>
                </a:solidFill>
                <a:latin typeface="DejaVu Sans"/>
                <a:ea typeface="DejaVu Sans"/>
                <a:cs typeface="DejaVu Sans"/>
              </a:defRPr>
            </a:pPr>
            <a:r>
              <a:rPr sz="3374" b="1" i="0" lang="zh-CN" dirty="0">
                <a:solidFill>
                  <a:srgbClr val="2563EB"/>
                </a:solidFill>
                <a:latin typeface="DejaVu Sans"/>
                <a:ea typeface="DejaVu Sans"/>
                <a:cs typeface="DejaVu Sans"/>
              </a:rPr>
              <a:t>29</a:t>
            </a:r>
          </a:p>
        </p:txBody>
      </p:sp>
      <p:sp>
        <p:nvSpPr>
          <p:cNvPr id="174" name="kpi0_u" descr="Editable text; source id kpi0_u"/>
          <p:cNvSpPr txBox="1"/>
          <p:nvPr/>
        </p:nvSpPr>
        <p:spPr>
          <a:xfrm>
            <a:off x="1158874" y="6191249"/>
            <a:ext cx="1873249" cy="3095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093"/>
              </a:lnSpc>
              <a:spcBef>
                <a:spcPts val="0"/>
              </a:spcBef>
              <a:spcAft>
                <a:spcPts val="0"/>
              </a:spcAft>
              <a:defRPr sz="1437" b="1" i="0" lang="zh-CN" dirty="0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37" b="1" i="0" lang="zh-CN" dirty="0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批</a:t>
            </a:r>
          </a:p>
        </p:txBody>
      </p:sp>
      <p:sp>
        <p:nvSpPr>
          <p:cNvPr id="175" name="kpi0_c" descr="Editable text; source id kpi0_c"/>
          <p:cNvSpPr txBox="1"/>
          <p:nvPr/>
        </p:nvSpPr>
        <p:spPr>
          <a:xfrm>
            <a:off x="1158874" y="6500812"/>
            <a:ext cx="1873249" cy="2143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468"/>
              </a:lnSpc>
              <a:spcBef>
                <a:spcPts val="0"/>
              </a:spcBef>
              <a:spcAft>
                <a:spcPts val="0"/>
              </a:spcAft>
              <a:defRPr sz="999" b="0" i="0" lang="zh-CN" dirty="0">
                <a:solidFill>
                  <a:srgbClr val="6B72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99" b="0" i="0" lang="zh-CN" dirty="0">
                <a:solidFill>
                  <a:srgbClr val="6B7280"/>
                </a:solidFill>
                <a:latin typeface="Noto Sans CJK SC"/>
                <a:ea typeface="Noto Sans CJK SC"/>
                <a:cs typeface="Noto Sans CJK SC"/>
              </a:rPr>
              <a:t>并行批次</a:t>
            </a:r>
          </a:p>
        </p:txBody>
      </p:sp>
      <p:sp>
        <p:nvSpPr>
          <p:cNvPr id="176" name="kpi1" descr="Editable shape; source id kpi1"/>
          <p:cNvSpPr/>
          <p:nvPr/>
        </p:nvSpPr>
        <p:spPr>
          <a:xfrm>
            <a:off x="3222624" y="6127749"/>
            <a:ext cx="2793999" cy="666749"/>
          </a:xfrm>
          <a:prstGeom prst="roundRect">
            <a:avLst>
              <a:gd name="adj" fmla="val 16666"/>
            </a:avLst>
          </a:prstGeom>
          <a:solidFill>
            <a:srgbClr val="E3F6EA"/>
          </a:solidFill>
          <a:ln w="14287">
            <a:solidFill>
              <a:srgbClr val="9BD9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kpi1_b" descr="Editable text; source id kpi1_b"/>
          <p:cNvSpPr txBox="1"/>
          <p:nvPr/>
        </p:nvSpPr>
        <p:spPr>
          <a:xfrm>
            <a:off x="3349624" y="6159499"/>
            <a:ext cx="666749" cy="6032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3937"/>
              </a:lnSpc>
              <a:spcBef>
                <a:spcPts val="0"/>
              </a:spcBef>
              <a:spcAft>
                <a:spcPts val="0"/>
              </a:spcAft>
              <a:defRPr sz="3374" b="1" i="0" lang="zh-CN" dirty="0">
                <a:solidFill>
                  <a:srgbClr val="0E9F6E"/>
                </a:solidFill>
                <a:latin typeface="DejaVu Sans"/>
                <a:ea typeface="DejaVu Sans"/>
                <a:cs typeface="DejaVu Sans"/>
              </a:defRPr>
            </a:pPr>
            <a:r>
              <a:rPr sz="3374" b="1" i="0" lang="zh-CN" dirty="0">
                <a:solidFill>
                  <a:srgbClr val="0E9F6E"/>
                </a:solidFill>
                <a:latin typeface="DejaVu Sans"/>
                <a:ea typeface="DejaVu Sans"/>
                <a:cs typeface="DejaVu Sans"/>
              </a:rPr>
              <a:t>40</a:t>
            </a:r>
          </a:p>
        </p:txBody>
      </p:sp>
      <p:sp>
        <p:nvSpPr>
          <p:cNvPr id="178" name="kpi1_u" descr="Editable text; source id kpi1_u"/>
          <p:cNvSpPr txBox="1"/>
          <p:nvPr/>
        </p:nvSpPr>
        <p:spPr>
          <a:xfrm>
            <a:off x="4063999" y="6191249"/>
            <a:ext cx="1873249" cy="3095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093"/>
              </a:lnSpc>
              <a:spcBef>
                <a:spcPts val="0"/>
              </a:spcBef>
              <a:spcAft>
                <a:spcPts val="0"/>
              </a:spcAft>
              <a:defRPr sz="1437" b="1" i="0" lang="zh-CN" dirty="0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37" b="1" i="0" lang="zh-CN" dirty="0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个子任务</a:t>
            </a:r>
          </a:p>
        </p:txBody>
      </p:sp>
      <p:sp>
        <p:nvSpPr>
          <p:cNvPr id="179" name="kpi1_c" descr="Editable text; source id kpi1_c"/>
          <p:cNvSpPr txBox="1"/>
          <p:nvPr/>
        </p:nvSpPr>
        <p:spPr>
          <a:xfrm>
            <a:off x="4063999" y="6500812"/>
            <a:ext cx="1873249" cy="2143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468"/>
              </a:lnSpc>
              <a:spcBef>
                <a:spcPts val="0"/>
              </a:spcBef>
              <a:spcAft>
                <a:spcPts val="0"/>
              </a:spcAft>
              <a:defRPr sz="999" b="0" i="0" lang="zh-CN" dirty="0">
                <a:solidFill>
                  <a:srgbClr val="6B72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99" b="0" i="0" lang="zh-CN" dirty="0">
                <a:solidFill>
                  <a:srgbClr val="6B7280"/>
                </a:solidFill>
                <a:latin typeface="Noto Sans CJK SC"/>
                <a:ea typeface="Noto Sans CJK SC"/>
                <a:cs typeface="Noto Sans CJK SC"/>
              </a:rPr>
              <a:t>各写自己的分片</a:t>
            </a:r>
          </a:p>
        </p:txBody>
      </p:sp>
      <p:sp>
        <p:nvSpPr>
          <p:cNvPr id="180" name="kpi2" descr="Editable shape; source id kpi2"/>
          <p:cNvSpPr/>
          <p:nvPr/>
        </p:nvSpPr>
        <p:spPr>
          <a:xfrm>
            <a:off x="6127749" y="6127749"/>
            <a:ext cx="2793999" cy="666749"/>
          </a:xfrm>
          <a:prstGeom prst="roundRect">
            <a:avLst>
              <a:gd name="adj" fmla="val 16666"/>
            </a:avLst>
          </a:prstGeom>
          <a:solidFill>
            <a:srgbClr val="EFEBFE"/>
          </a:solidFill>
          <a:ln w="14287">
            <a:solidFill>
              <a:srgbClr val="C4B5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kpi2_b" descr="Editable text; source id kpi2_b"/>
          <p:cNvSpPr txBox="1"/>
          <p:nvPr/>
        </p:nvSpPr>
        <p:spPr>
          <a:xfrm>
            <a:off x="6254749" y="6159499"/>
            <a:ext cx="666749" cy="6032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3937"/>
              </a:lnSpc>
              <a:spcBef>
                <a:spcPts val="0"/>
              </a:spcBef>
              <a:spcAft>
                <a:spcPts val="0"/>
              </a:spcAft>
              <a:defRPr sz="3374" b="1" i="0" lang="zh-CN" dirty="0">
                <a:solidFill>
                  <a:srgbClr val="7C3AED"/>
                </a:solidFill>
                <a:latin typeface="DejaVu Sans"/>
                <a:ea typeface="DejaVu Sans"/>
                <a:cs typeface="DejaVu Sans"/>
              </a:defRPr>
            </a:pPr>
            <a:r>
              <a:rPr sz="3374" b="1" i="0" lang="zh-CN" dirty="0">
                <a:solidFill>
                  <a:srgbClr val="7C3AED"/>
                </a:solidFill>
                <a:latin typeface="DejaVu Sans"/>
                <a:ea typeface="DejaVu Sans"/>
                <a:cs typeface="DejaVu Sans"/>
              </a:rPr>
              <a:t>≤4</a:t>
            </a:r>
          </a:p>
        </p:txBody>
      </p:sp>
      <p:sp>
        <p:nvSpPr>
          <p:cNvPr id="182" name="kpi2_u" descr="Editable text; source id kpi2_u"/>
          <p:cNvSpPr txBox="1"/>
          <p:nvPr/>
        </p:nvSpPr>
        <p:spPr>
          <a:xfrm>
            <a:off x="6969124" y="6191249"/>
            <a:ext cx="1873249" cy="3095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093"/>
              </a:lnSpc>
              <a:spcBef>
                <a:spcPts val="0"/>
              </a:spcBef>
              <a:spcAft>
                <a:spcPts val="0"/>
              </a:spcAft>
              <a:defRPr sz="1437" b="1" i="0" lang="zh-CN" dirty="0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37" b="1" i="0" lang="zh-CN" dirty="0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路并行</a:t>
            </a:r>
          </a:p>
        </p:txBody>
      </p:sp>
      <p:sp>
        <p:nvSpPr>
          <p:cNvPr id="183" name="kpi2_c" descr="Editable text; source id kpi2_c"/>
          <p:cNvSpPr txBox="1"/>
          <p:nvPr/>
        </p:nvSpPr>
        <p:spPr>
          <a:xfrm>
            <a:off x="6969124" y="6500812"/>
            <a:ext cx="1873249" cy="2143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468"/>
              </a:lnSpc>
              <a:spcBef>
                <a:spcPts val="0"/>
              </a:spcBef>
              <a:spcAft>
                <a:spcPts val="0"/>
              </a:spcAft>
              <a:defRPr sz="999" b="0" i="0" lang="zh-CN" dirty="0">
                <a:solidFill>
                  <a:srgbClr val="6B72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99" b="0" i="0" lang="zh-CN" dirty="0">
                <a:solidFill>
                  <a:srgbClr val="6B7280"/>
                </a:solidFill>
                <a:latin typeface="Noto Sans CJK SC"/>
                <a:ea typeface="Noto Sans CJK SC"/>
                <a:cs typeface="Noto Sans CJK SC"/>
              </a:rPr>
              <a:t>单批并发上限</a:t>
            </a:r>
          </a:p>
        </p:txBody>
      </p:sp>
      <p:sp>
        <p:nvSpPr>
          <p:cNvPr id="184" name="kpi3" descr="Editable shape; source id kpi3"/>
          <p:cNvSpPr/>
          <p:nvPr/>
        </p:nvSpPr>
        <p:spPr>
          <a:xfrm>
            <a:off x="9032874" y="6127749"/>
            <a:ext cx="2793999" cy="666749"/>
          </a:xfrm>
          <a:prstGeom prst="roundRect">
            <a:avLst>
              <a:gd name="adj" fmla="val 16666"/>
            </a:avLst>
          </a:prstGeom>
          <a:solidFill>
            <a:srgbClr val="FDEEDD"/>
          </a:solidFill>
          <a:ln w="14287">
            <a:solidFill>
              <a:srgbClr val="F4C1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kpi3_b" descr="Editable text; source id kpi3_b"/>
          <p:cNvSpPr txBox="1"/>
          <p:nvPr/>
        </p:nvSpPr>
        <p:spPr>
          <a:xfrm>
            <a:off x="9159874" y="6159499"/>
            <a:ext cx="944562" cy="6032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3937"/>
              </a:lnSpc>
              <a:spcBef>
                <a:spcPts val="0"/>
              </a:spcBef>
              <a:spcAft>
                <a:spcPts val="0"/>
              </a:spcAft>
              <a:defRPr sz="3374" b="1" i="0" lang="zh-CN" dirty="0">
                <a:solidFill>
                  <a:srgbClr val="EA580C"/>
                </a:solidFill>
                <a:latin typeface="DejaVu Sans"/>
                <a:ea typeface="DejaVu Sans"/>
                <a:cs typeface="DejaVu Sans"/>
              </a:defRPr>
            </a:pPr>
            <a:r>
              <a:rPr sz="3374" b="1" i="0" lang="zh-CN" dirty="0">
                <a:solidFill>
                  <a:srgbClr val="EA580C"/>
                </a:solidFill>
                <a:latin typeface="DejaVu Sans"/>
                <a:ea typeface="DejaVu Sans"/>
                <a:cs typeface="DejaVu Sans"/>
              </a:rPr>
              <a:t>134</a:t>
            </a:r>
          </a:p>
        </p:txBody>
      </p:sp>
      <p:sp>
        <p:nvSpPr>
          <p:cNvPr id="186" name="kpi3_u" descr="Editable text; source id kpi3_u"/>
          <p:cNvSpPr txBox="1"/>
          <p:nvPr/>
        </p:nvSpPr>
        <p:spPr>
          <a:xfrm>
            <a:off x="10152062" y="6191249"/>
            <a:ext cx="1595437" cy="3095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093"/>
              </a:lnSpc>
              <a:spcBef>
                <a:spcPts val="0"/>
              </a:spcBef>
              <a:spcAft>
                <a:spcPts val="0"/>
              </a:spcAft>
              <a:defRPr sz="1437" b="1" i="0" lang="zh-CN" dirty="0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37" b="1" i="0" lang="zh-CN" dirty="0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次工具调用</a:t>
            </a:r>
          </a:p>
        </p:txBody>
      </p:sp>
      <p:sp>
        <p:nvSpPr>
          <p:cNvPr id="187" name="kpi3_c" descr="Editable text; source id kpi3_c"/>
          <p:cNvSpPr txBox="1"/>
          <p:nvPr/>
        </p:nvSpPr>
        <p:spPr>
          <a:xfrm>
            <a:off x="10152062" y="6500812"/>
            <a:ext cx="1595437" cy="2143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468"/>
              </a:lnSpc>
              <a:spcBef>
                <a:spcPts val="0"/>
              </a:spcBef>
              <a:spcAft>
                <a:spcPts val="0"/>
              </a:spcAft>
              <a:defRPr sz="999" b="0" i="0" lang="zh-CN" dirty="0">
                <a:solidFill>
                  <a:srgbClr val="6B7280"/>
                </a:solidFill>
                <a:latin typeface="DejaVu Sans"/>
                <a:ea typeface="DejaVu Sans"/>
                <a:cs typeface="DejaVu Sans"/>
              </a:defRPr>
            </a:pPr>
            <a:r>
              <a:rPr sz="999" b="0" i="0" lang="zh-CN" dirty="0">
                <a:solidFill>
                  <a:srgbClr val="6B7280"/>
                </a:solidFill>
                <a:latin typeface="DejaVu Sans"/>
                <a:ea typeface="DejaVu Sans"/>
                <a:cs typeface="DejaVu Sans"/>
              </a:rPr>
              <a:t>MCP · </a:t>
            </a:r>
            <a:r>
              <a:rPr sz="999" b="0" i="0" lang="zh-CN" dirty="0">
                <a:solidFill>
                  <a:srgbClr val="6B7280"/>
                </a:solidFill>
                <a:latin typeface="Noto Sans CJK SC"/>
                <a:ea typeface="Noto Sans CJK SC"/>
                <a:cs typeface="Noto Sans CJK SC"/>
              </a:rPr>
              <a:t>全程留痕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Editable reconstruction</dc:title>
  <dc:subject>Reconstructed from source images; see validation and font manifest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