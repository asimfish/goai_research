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多智能体并行回环 2/2 · 互搏通道与机械闸门（round 2, one big retry loop + round cards） [deck style; slide 16:9; pt_per_px=0.625]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l" descr="Editable text; source id hl"/>
          <p:cNvSpPr txBox="1"/>
          <p:nvPr/>
        </p:nvSpPr>
        <p:spPr>
          <a:xfrm>
            <a:off x="349249" y="968374"/>
            <a:ext cx="3825874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906"/>
              </a:lnSpc>
              <a:spcBef>
                <a:spcPts val="0"/>
              </a:spcBef>
              <a:spcAft>
                <a:spcPts val="0"/>
              </a:spcAft>
              <a:defRPr sz="1999" b="1" i="0" lang="zh-CN" dirty="0">
                <a:solidFill>
                  <a:srgbClr val="1F2A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99" b="1" i="0" lang="zh-CN" dirty="0">
                <a:solidFill>
                  <a:srgbClr val="1F2A44"/>
                </a:solidFill>
                <a:latin typeface="Noto Sans CJK SC"/>
                <a:ea typeface="Noto Sans CJK SC"/>
                <a:cs typeface="Noto Sans CJK SC"/>
              </a:rPr>
              <a:t>模型说了不算：检查不过即返工</a:t>
            </a:r>
          </a:p>
        </p:txBody>
      </p:sp>
      <p:sp>
        <p:nvSpPr>
          <p:cNvPr id="3" name="hl_n" descr="Editable text; source id hl_n"/>
          <p:cNvSpPr txBox="1"/>
          <p:nvPr/>
        </p:nvSpPr>
        <p:spPr>
          <a:xfrm>
            <a:off x="4921249" y="952499"/>
            <a:ext cx="4127499" cy="396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093"/>
              </a:lnSpc>
              <a:spcBef>
                <a:spcPts val="0"/>
              </a:spcBef>
              <a:spcAft>
                <a:spcPts val="0"/>
              </a:spcAft>
              <a:defRPr sz="2124" b="1" i="0" lang="zh-CN" dirty="0">
                <a:solidFill>
                  <a:srgbClr val="EA580C"/>
                </a:solidFill>
                <a:latin typeface="DejaVu Sans"/>
                <a:ea typeface="DejaVu Sans"/>
                <a:cs typeface="DejaVu Sans"/>
              </a:defRPr>
            </a:pPr>
            <a:r>
              <a:rPr sz="2124" b="1" i="0" lang="zh-CN" dirty="0">
                <a:solidFill>
                  <a:srgbClr val="EA580C"/>
                </a:solidFill>
                <a:latin typeface="DejaVu Sans"/>
                <a:ea typeface="DejaVu Sans"/>
                <a:cs typeface="DejaVu Sans"/>
              </a:rPr>
              <a:t>7 → 0 </a:t>
            </a:r>
            <a:r>
              <a:rPr sz="2124" b="1" i="0" lang="zh-CN" dirty="0">
                <a:solidFill>
                  <a:srgbClr val="EA580C"/>
                </a:solidFill>
                <a:latin typeface="Noto Sans CJK SC"/>
                <a:ea typeface="Noto Sans CJK SC"/>
                <a:cs typeface="Noto Sans CJK SC"/>
              </a:rPr>
              <a:t>项</a:t>
            </a:r>
            <a:r>
              <a:rPr sz="2124" b="1" i="0" lang="zh-CN" dirty="0">
                <a:solidFill>
                  <a:srgbClr val="EA580C"/>
                </a:solidFill>
                <a:latin typeface="DejaVu Sans"/>
                <a:ea typeface="DejaVu Sans"/>
                <a:cs typeface="DejaVu Sans"/>
              </a:rPr>
              <a:t> issue</a:t>
            </a:r>
            <a:r>
              <a:rPr sz="2124" b="1" i="0" lang="zh-CN" dirty="0">
                <a:solidFill>
                  <a:srgbClr val="EA580C"/>
                </a:solidFill>
                <a:latin typeface="Noto Sans CJK SC"/>
                <a:ea typeface="Noto Sans CJK SC"/>
                <a:cs typeface="Noto Sans CJK SC"/>
              </a:rPr>
              <a:t>（两轮）</a:t>
            </a:r>
          </a:p>
        </p:txBody>
      </p:sp>
      <p:sp>
        <p:nvSpPr>
          <p:cNvPr id="4" name="p1" descr="Editable shape; source id p1"/>
          <p:cNvSpPr/>
          <p:nvPr/>
        </p:nvSpPr>
        <p:spPr>
          <a:xfrm>
            <a:off x="1873249" y="1444624"/>
            <a:ext cx="3540124" cy="3254374"/>
          </a:xfrm>
          <a:prstGeom prst="roundRect">
            <a:avLst>
              <a:gd name="adj" fmla="val 4878"/>
            </a:avLst>
          </a:prstGeom>
          <a:solidFill>
            <a:srgbClr val="E8F1FD"/>
          </a:solidFill>
          <a:ln w="15874">
            <a:solidFill>
              <a:srgbClr val="9D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1_b" descr="Editable shape; source id p1_b"/>
          <p:cNvSpPr/>
          <p:nvPr/>
        </p:nvSpPr>
        <p:spPr>
          <a:xfrm>
            <a:off x="1936749" y="1508124"/>
            <a:ext cx="3413124" cy="317499"/>
          </a:xfrm>
          <a:prstGeom prst="roundRect">
            <a:avLst>
              <a:gd name="adj" fmla="val 3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1_l" descr="Editable text; source id p1_l"/>
          <p:cNvSpPr txBox="1"/>
          <p:nvPr/>
        </p:nvSpPr>
        <p:spPr>
          <a:xfrm>
            <a:off x="2063749" y="1508124"/>
            <a:ext cx="31591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62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</a:t>
            </a:r>
            <a:r>
              <a:rPr sz="1562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互搏挑错</a:t>
            </a:r>
          </a:p>
        </p:txBody>
      </p:sp>
      <p:sp>
        <p:nvSpPr>
          <p:cNvPr id="7" name="p2" descr="Editable shape; source id p2"/>
          <p:cNvSpPr/>
          <p:nvPr/>
        </p:nvSpPr>
        <p:spPr>
          <a:xfrm>
            <a:off x="5540374" y="2555874"/>
            <a:ext cx="3174999" cy="2143124"/>
          </a:xfrm>
          <a:prstGeom prst="roundRect">
            <a:avLst>
              <a:gd name="adj" fmla="val 7407"/>
            </a:avLst>
          </a:prstGeom>
          <a:solidFill>
            <a:srgbClr val="E3F6EA"/>
          </a:solidFill>
          <a:ln w="15874">
            <a:solidFill>
              <a:srgbClr val="9B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2_b" descr="Editable shape; source id p2_b"/>
          <p:cNvSpPr/>
          <p:nvPr/>
        </p:nvSpPr>
        <p:spPr>
          <a:xfrm>
            <a:off x="5603874" y="2619374"/>
            <a:ext cx="3047999" cy="317499"/>
          </a:xfrm>
          <a:prstGeom prst="roundRect">
            <a:avLst>
              <a:gd name="adj" fmla="val 35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2_l" descr="Editable text; source id p2_l"/>
          <p:cNvSpPr txBox="1"/>
          <p:nvPr/>
        </p:nvSpPr>
        <p:spPr>
          <a:xfrm>
            <a:off x="5730874" y="2619374"/>
            <a:ext cx="279399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62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</a:t>
            </a:r>
            <a:r>
              <a:rPr sz="1562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路由返工</a:t>
            </a:r>
          </a:p>
        </p:txBody>
      </p:sp>
      <p:sp>
        <p:nvSpPr>
          <p:cNvPr id="10" name="p3" descr="Editable shape; source id p3"/>
          <p:cNvSpPr/>
          <p:nvPr/>
        </p:nvSpPr>
        <p:spPr>
          <a:xfrm>
            <a:off x="8858249" y="1444624"/>
            <a:ext cx="3016249" cy="1952624"/>
          </a:xfrm>
          <a:prstGeom prst="roundRect">
            <a:avLst>
              <a:gd name="adj" fmla="val 8130"/>
            </a:avLst>
          </a:prstGeom>
          <a:solidFill>
            <a:srgbClr val="EFEBFE"/>
          </a:solidFill>
          <a:ln w="15874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3_b" descr="Editable shape; source id p3_b"/>
          <p:cNvSpPr/>
          <p:nvPr/>
        </p:nvSpPr>
        <p:spPr>
          <a:xfrm>
            <a:off x="8921749" y="1508124"/>
            <a:ext cx="2889249" cy="317499"/>
          </a:xfrm>
          <a:prstGeom prst="roundRect">
            <a:avLst>
              <a:gd name="adj" fmla="val 3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3_l" descr="Editable text; source id p3_l"/>
          <p:cNvSpPr txBox="1"/>
          <p:nvPr/>
        </p:nvSpPr>
        <p:spPr>
          <a:xfrm>
            <a:off x="9048749" y="1508124"/>
            <a:ext cx="263524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62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</a:t>
            </a:r>
            <a:r>
              <a:rPr sz="1562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机械放行</a:t>
            </a:r>
          </a:p>
        </p:txBody>
      </p:sp>
      <p:sp>
        <p:nvSpPr>
          <p:cNvPr id="13" name="prod_sh" descr="Editable shape; source id prod_sh"/>
          <p:cNvSpPr/>
          <p:nvPr/>
        </p:nvSpPr>
        <p:spPr>
          <a:xfrm>
            <a:off x="333374" y="2119312"/>
            <a:ext cx="1396999" cy="1873249"/>
          </a:xfrm>
          <a:prstGeom prst="roundRect">
            <a:avLst>
              <a:gd name="adj" fmla="val 7954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od" descr="Editable shape; source id prod"/>
          <p:cNvSpPr/>
          <p:nvPr/>
        </p:nvSpPr>
        <p:spPr>
          <a:xfrm>
            <a:off x="317499" y="2079624"/>
            <a:ext cx="1396999" cy="1873249"/>
          </a:xfrm>
          <a:prstGeom prst="roundRect">
            <a:avLst>
              <a:gd name="adj" fmla="val 7954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rod_art" descr="cropped from the image-model asset sheet, cell &quot;products&quot; (Codex image_gen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99" y="2280515"/>
            <a:ext cx="888999" cy="614218"/>
          </a:xfrm>
          <a:prstGeom prst="rect">
            <a:avLst/>
          </a:prstGeom>
          <a:effectLst/>
        </p:spPr>
      </p:pic>
      <p:sp>
        <p:nvSpPr>
          <p:cNvPr id="16" name="prod_t" descr="Editable text; source id prod_t"/>
          <p:cNvSpPr txBox="1"/>
          <p:nvPr/>
        </p:nvSpPr>
        <p:spPr>
          <a:xfrm>
            <a:off x="365124" y="3047999"/>
            <a:ext cx="1301749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31"/>
              </a:lnSpc>
              <a:spcBef>
                <a:spcPts val="0"/>
              </a:spcBef>
              <a:spcAft>
                <a:spcPts val="0"/>
              </a:spcAft>
              <a:defRPr sz="1401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01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本轮产物</a:t>
            </a:r>
          </a:p>
        </p:txBody>
      </p:sp>
      <p:sp>
        <p:nvSpPr>
          <p:cNvPr id="17" name="prod_s" descr="Editable text; source id prod_s"/>
          <p:cNvSpPr txBox="1"/>
          <p:nvPr/>
        </p:nvSpPr>
        <p:spPr>
          <a:xfrm>
            <a:off x="365124" y="3309937"/>
            <a:ext cx="13017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050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稿件</a:t>
            </a:r>
            <a:r>
              <a:rPr sz="1050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050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图件</a:t>
            </a:r>
          </a:p>
        </p:txBody>
      </p:sp>
      <p:sp>
        <p:nvSpPr>
          <p:cNvPr id="18" name="prod_s2" descr="Editable text; source id prod_s2"/>
          <p:cNvSpPr txBox="1"/>
          <p:nvPr/>
        </p:nvSpPr>
        <p:spPr>
          <a:xfrm>
            <a:off x="365124" y="3492499"/>
            <a:ext cx="13017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050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方案</a:t>
            </a:r>
            <a:r>
              <a:rPr sz="1050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050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引用库</a:t>
            </a:r>
          </a:p>
        </p:txBody>
      </p:sp>
      <p:sp>
        <p:nvSpPr>
          <p:cNvPr id="19" name="f_in_0" descr="Editable line; source id f_in_0"/>
          <p:cNvSpPr/>
          <p:nvPr/>
        </p:nvSpPr>
        <p:spPr>
          <a:xfrm>
            <a:off x="1762125" y="2989262"/>
            <a:ext cx="87312" cy="53975"/>
          </a:xfrm>
          <a:custGeom>
            <a:avLst/>
            <a:gdLst/>
            <a:ahLst/>
            <a:cxnLst/>
            <a:rect l="l" t="t" r="r" b="b"/>
            <a:pathLst>
              <a:path w="11000" h="6800">
                <a:moveTo>
                  <a:pt x="0" y="900"/>
                </a:moveTo>
                <a:lnTo>
                  <a:pt x="3000" y="900"/>
                </a:lnTo>
                <a:lnTo>
                  <a:pt x="3000" y="0"/>
                </a:lnTo>
                <a:lnTo>
                  <a:pt x="11000" y="3400"/>
                </a:lnTo>
                <a:lnTo>
                  <a:pt x="3000" y="6800"/>
                </a:lnTo>
                <a:lnTo>
                  <a:pt x="3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1_sh" descr="Editable shape; source id c1_sh"/>
          <p:cNvSpPr/>
          <p:nvPr/>
        </p:nvSpPr>
        <p:spPr>
          <a:xfrm>
            <a:off x="2016124" y="1928812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1" descr="Editable shape; source id c1"/>
          <p:cNvSpPr/>
          <p:nvPr/>
        </p:nvSpPr>
        <p:spPr>
          <a:xfrm>
            <a:off x="2000249" y="1889124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1_t" descr="Editable text; source id c1_t"/>
          <p:cNvSpPr txBox="1"/>
          <p:nvPr/>
        </p:nvSpPr>
        <p:spPr>
          <a:xfrm>
            <a:off x="2063749" y="1952624"/>
            <a:ext cx="146049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defRPr sz="1266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6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执行者</a:t>
            </a:r>
            <a:r>
              <a:rPr sz="1266" b="1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rPr>
              <a:t> ⇄ </a:t>
            </a:r>
            <a:r>
              <a:rPr sz="1266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审稿人</a:t>
            </a:r>
          </a:p>
        </p:txBody>
      </p:sp>
      <p:sp>
        <p:nvSpPr>
          <p:cNvPr id="23" name="c1_s" descr="Editable text; source id c1_s"/>
          <p:cNvSpPr txBox="1"/>
          <p:nvPr/>
        </p:nvSpPr>
        <p:spPr>
          <a:xfrm>
            <a:off x="2063749" y="2190749"/>
            <a:ext cx="1460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050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独立上下文</a:t>
            </a:r>
            <a:r>
              <a:rPr sz="1050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050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三视角</a:t>
            </a:r>
          </a:p>
        </p:txBody>
      </p:sp>
      <p:pic>
        <p:nvPicPr>
          <p:cNvPr id="24" name="c1_art" descr="cropped from the image-model asset sheet, cell &quot;duo_review&quot; (Codex image_gen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646" y="2420937"/>
            <a:ext cx="894707" cy="722312"/>
          </a:xfrm>
          <a:prstGeom prst="rect">
            <a:avLst/>
          </a:prstGeom>
          <a:effectLst/>
        </p:spPr>
      </p:pic>
      <p:sp>
        <p:nvSpPr>
          <p:cNvPr id="25" name="c2_sh" descr="Editable shape; source id c2_sh"/>
          <p:cNvSpPr/>
          <p:nvPr/>
        </p:nvSpPr>
        <p:spPr>
          <a:xfrm>
            <a:off x="3714749" y="1928812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2" descr="Editable shape; source id c2"/>
          <p:cNvSpPr/>
          <p:nvPr/>
        </p:nvSpPr>
        <p:spPr>
          <a:xfrm>
            <a:off x="3698874" y="1889124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2_t" descr="Editable text; source id c2_t"/>
          <p:cNvSpPr txBox="1"/>
          <p:nvPr/>
        </p:nvSpPr>
        <p:spPr>
          <a:xfrm>
            <a:off x="3762374" y="1952624"/>
            <a:ext cx="146049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defRPr sz="1266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6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提案者</a:t>
            </a:r>
            <a:r>
              <a:rPr sz="1266" b="1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rPr>
              <a:t> ⇄ </a:t>
            </a:r>
            <a:r>
              <a:rPr sz="1266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攻击者</a:t>
            </a:r>
          </a:p>
        </p:txBody>
      </p:sp>
      <p:sp>
        <p:nvSpPr>
          <p:cNvPr id="28" name="c2_s" descr="Editable text; source id c2_s"/>
          <p:cNvSpPr txBox="1"/>
          <p:nvPr/>
        </p:nvSpPr>
        <p:spPr>
          <a:xfrm>
            <a:off x="3762374" y="2190749"/>
            <a:ext cx="1460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050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实验构想内部对抗</a:t>
            </a:r>
          </a:p>
        </p:txBody>
      </p:sp>
      <p:pic>
        <p:nvPicPr>
          <p:cNvPr id="29" name="c2_art" descr="cropped from the image-model asset sheet, cell &quot;duo_attack&quot; (Codex image_gen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4293" y="2420937"/>
            <a:ext cx="896663" cy="722312"/>
          </a:xfrm>
          <a:prstGeom prst="rect">
            <a:avLst/>
          </a:prstGeom>
          <a:effectLst/>
        </p:spPr>
      </p:pic>
      <p:sp>
        <p:nvSpPr>
          <p:cNvPr id="30" name="c3_sh" descr="Editable shape; source id c3_sh"/>
          <p:cNvSpPr/>
          <p:nvPr/>
        </p:nvSpPr>
        <p:spPr>
          <a:xfrm>
            <a:off x="2016124" y="3341687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3" descr="Editable shape; source id c3"/>
          <p:cNvSpPr/>
          <p:nvPr/>
        </p:nvSpPr>
        <p:spPr>
          <a:xfrm>
            <a:off x="2000249" y="3301999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3_t" descr="Editable text; source id c3_t"/>
          <p:cNvSpPr txBox="1"/>
          <p:nvPr/>
        </p:nvSpPr>
        <p:spPr>
          <a:xfrm>
            <a:off x="2063749" y="3365499"/>
            <a:ext cx="146049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defRPr sz="1266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6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候选</a:t>
            </a:r>
            <a:r>
              <a:rPr sz="1266" b="1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rPr>
              <a:t> ⇄ </a:t>
            </a:r>
            <a:r>
              <a:rPr sz="1266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审计</a:t>
            </a:r>
          </a:p>
        </p:txBody>
      </p:sp>
      <p:sp>
        <p:nvSpPr>
          <p:cNvPr id="33" name="c3_s" descr="Editable text; source id c3_s"/>
          <p:cNvSpPr txBox="1"/>
          <p:nvPr/>
        </p:nvSpPr>
        <p:spPr>
          <a:xfrm>
            <a:off x="2063749" y="3603624"/>
            <a:ext cx="1460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050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图件两轮候选制</a:t>
            </a:r>
          </a:p>
        </p:txBody>
      </p:sp>
      <p:pic>
        <p:nvPicPr>
          <p:cNvPr id="34" name="c3_art" descr="cropped from the image-model asset sheet, cell &quot;duo_audit&quot; (Codex image_gen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5034" y="3833812"/>
            <a:ext cx="997931" cy="722312"/>
          </a:xfrm>
          <a:prstGeom prst="rect">
            <a:avLst/>
          </a:prstGeom>
          <a:effectLst/>
        </p:spPr>
      </p:pic>
      <p:sp>
        <p:nvSpPr>
          <p:cNvPr id="35" name="c4_sh" descr="Editable shape; source id c4_sh"/>
          <p:cNvSpPr/>
          <p:nvPr/>
        </p:nvSpPr>
        <p:spPr>
          <a:xfrm>
            <a:off x="3714749" y="3341687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4" descr="Editable shape; source id c4"/>
          <p:cNvSpPr/>
          <p:nvPr/>
        </p:nvSpPr>
        <p:spPr>
          <a:xfrm>
            <a:off x="3698874" y="3301999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4_t" descr="Editable text; source id c4_t"/>
          <p:cNvSpPr txBox="1"/>
          <p:nvPr/>
        </p:nvSpPr>
        <p:spPr>
          <a:xfrm>
            <a:off x="3762374" y="3365499"/>
            <a:ext cx="146049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defRPr sz="1266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6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稿件</a:t>
            </a:r>
            <a:r>
              <a:rPr sz="1266" b="1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rPr>
              <a:t> ⇄ </a:t>
            </a:r>
            <a:r>
              <a:rPr sz="1266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机械守卫</a:t>
            </a:r>
          </a:p>
        </p:txBody>
      </p:sp>
      <p:sp>
        <p:nvSpPr>
          <p:cNvPr id="38" name="c4_s" descr="Editable text; source id c4_s"/>
          <p:cNvSpPr txBox="1"/>
          <p:nvPr/>
        </p:nvSpPr>
        <p:spPr>
          <a:xfrm>
            <a:off x="3762374" y="3603624"/>
            <a:ext cx="1460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050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bib · tex · pdf </a:t>
            </a:r>
            <a:r>
              <a:rPr sz="1050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守卫</a:t>
            </a:r>
          </a:p>
        </p:txBody>
      </p:sp>
      <p:pic>
        <p:nvPicPr>
          <p:cNvPr id="39" name="c4_art" descr="cropped from the image-model asset sheet, cell &quot;guard&quot; (Codex image_gen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0728" y="3833812"/>
            <a:ext cx="803792" cy="722312"/>
          </a:xfrm>
          <a:prstGeom prst="rect">
            <a:avLst/>
          </a:prstGeom>
          <a:effectLst/>
        </p:spPr>
      </p:pic>
      <p:sp>
        <p:nvSpPr>
          <p:cNvPr id="40" name="route_sh" descr="Editable shape; source id route_sh"/>
          <p:cNvSpPr/>
          <p:nvPr/>
        </p:nvSpPr>
        <p:spPr>
          <a:xfrm>
            <a:off x="5667374" y="3024187"/>
            <a:ext cx="1396999" cy="1587499"/>
          </a:xfrm>
          <a:prstGeom prst="roundRect">
            <a:avLst>
              <a:gd name="adj" fmla="val 7954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te" descr="Editable shape; source id route"/>
          <p:cNvSpPr/>
          <p:nvPr/>
        </p:nvSpPr>
        <p:spPr>
          <a:xfrm>
            <a:off x="5651499" y="2984499"/>
            <a:ext cx="1396999" cy="1587499"/>
          </a:xfrm>
          <a:prstGeom prst="roundRect">
            <a:avLst>
              <a:gd name="adj" fmla="val 7954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route_art" descr="cropped from the image-model asset sheet, cell &quot;route&quot; (Codex image_gen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8999" y="3081441"/>
            <a:ext cx="761999" cy="695115"/>
          </a:xfrm>
          <a:prstGeom prst="rect">
            <a:avLst/>
          </a:prstGeom>
          <a:effectLst/>
        </p:spPr>
      </p:pic>
      <p:sp>
        <p:nvSpPr>
          <p:cNvPr id="43" name="route_t" descr="Editable text; source id route_t"/>
          <p:cNvSpPr txBox="1"/>
          <p:nvPr/>
        </p:nvSpPr>
        <p:spPr>
          <a:xfrm>
            <a:off x="5699124" y="3825874"/>
            <a:ext cx="1301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defRPr sz="1266" b="1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defRPr>
            </a:pPr>
            <a:r>
              <a:rPr sz="1266" b="1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rPr>
              <a:t>issue </a:t>
            </a:r>
            <a:r>
              <a:rPr sz="1266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路由表</a:t>
            </a:r>
          </a:p>
        </p:txBody>
      </p:sp>
      <p:sp>
        <p:nvSpPr>
          <p:cNvPr id="44" name="route_s" descr="Editable text; source id route_s"/>
          <p:cNvSpPr txBox="1"/>
          <p:nvPr/>
        </p:nvSpPr>
        <p:spPr>
          <a:xfrm>
            <a:off x="5699124" y="4063999"/>
            <a:ext cx="13017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050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target → </a:t>
            </a:r>
            <a:r>
              <a:rPr sz="1050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责任阶段</a:t>
            </a:r>
          </a:p>
        </p:txBody>
      </p:sp>
      <p:sp>
        <p:nvSpPr>
          <p:cNvPr id="45" name="cas_sh" descr="Editable shape; source id cas_sh"/>
          <p:cNvSpPr/>
          <p:nvPr/>
        </p:nvSpPr>
        <p:spPr>
          <a:xfrm>
            <a:off x="7223124" y="3024187"/>
            <a:ext cx="1396999" cy="1587499"/>
          </a:xfrm>
          <a:prstGeom prst="roundRect">
            <a:avLst>
              <a:gd name="adj" fmla="val 7954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as" descr="Editable shape; source id cas"/>
          <p:cNvSpPr/>
          <p:nvPr/>
        </p:nvSpPr>
        <p:spPr>
          <a:xfrm>
            <a:off x="7207249" y="2984499"/>
            <a:ext cx="1396999" cy="1587499"/>
          </a:xfrm>
          <a:prstGeom prst="roundRect">
            <a:avLst>
              <a:gd name="adj" fmla="val 7954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cas_art" descr="cropped from the image-model asset sheet, cell &quot;cascade&quot; (Codex image_gen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49" y="3139927"/>
            <a:ext cx="761999" cy="578145"/>
          </a:xfrm>
          <a:prstGeom prst="rect">
            <a:avLst/>
          </a:prstGeom>
          <a:effectLst/>
        </p:spPr>
      </p:pic>
      <p:sp>
        <p:nvSpPr>
          <p:cNvPr id="48" name="cas_t" descr="Editable text; source id cas_t"/>
          <p:cNvSpPr txBox="1"/>
          <p:nvPr/>
        </p:nvSpPr>
        <p:spPr>
          <a:xfrm>
            <a:off x="7254874" y="3825874"/>
            <a:ext cx="1301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defRPr sz="1266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6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级联失效</a:t>
            </a:r>
          </a:p>
        </p:txBody>
      </p:sp>
      <p:sp>
        <p:nvSpPr>
          <p:cNvPr id="49" name="cas_s" descr="Editable text; source id cas_s"/>
          <p:cNvSpPr txBox="1"/>
          <p:nvPr/>
        </p:nvSpPr>
        <p:spPr>
          <a:xfrm>
            <a:off x="7254874" y="4063999"/>
            <a:ext cx="13017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050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指纹变</a:t>
            </a:r>
            <a:r>
              <a:rPr sz="1050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 → PENDING</a:t>
            </a:r>
          </a:p>
        </p:txBody>
      </p:sp>
      <p:sp>
        <p:nvSpPr>
          <p:cNvPr id="50" name="f_rc_0" descr="Editable line; source id f_rc_0"/>
          <p:cNvSpPr/>
          <p:nvPr/>
        </p:nvSpPr>
        <p:spPr>
          <a:xfrm>
            <a:off x="7096125" y="3754437"/>
            <a:ext cx="63500" cy="47625"/>
          </a:xfrm>
          <a:custGeom>
            <a:avLst/>
            <a:gdLst/>
            <a:ahLst/>
            <a:cxnLst/>
            <a:rect l="l" t="t" r="r" b="b"/>
            <a:pathLst>
              <a:path w="8000" h="6000">
                <a:moveTo>
                  <a:pt x="0" y="500"/>
                </a:moveTo>
                <a:lnTo>
                  <a:pt x="2000" y="500"/>
                </a:lnTo>
                <a:lnTo>
                  <a:pt x="2000" y="0"/>
                </a:lnTo>
                <a:lnTo>
                  <a:pt x="8000" y="3000"/>
                </a:lnTo>
                <a:lnTo>
                  <a:pt x="2000" y="6000"/>
                </a:lnTo>
                <a:lnTo>
                  <a:pt x="2000" y="5500"/>
                </a:lnTo>
                <a:lnTo>
                  <a:pt x="0" y="550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_p1r_0" descr="Editable line; source id f_p1r_0"/>
          <p:cNvSpPr/>
          <p:nvPr/>
        </p:nvSpPr>
        <p:spPr>
          <a:xfrm>
            <a:off x="5445125" y="3724275"/>
            <a:ext cx="150812" cy="107950"/>
          </a:xfrm>
          <a:custGeom>
            <a:avLst/>
            <a:gdLst/>
            <a:ahLst/>
            <a:cxnLst/>
            <a:rect l="l" t="t" r="r" b="b"/>
            <a:pathLst>
              <a:path w="19000" h="13600">
                <a:moveTo>
                  <a:pt x="0" y="4300"/>
                </a:moveTo>
                <a:lnTo>
                  <a:pt x="3000" y="4300"/>
                </a:lnTo>
                <a:lnTo>
                  <a:pt x="3000" y="0"/>
                </a:lnTo>
                <a:lnTo>
                  <a:pt x="19000" y="6800"/>
                </a:lnTo>
                <a:lnTo>
                  <a:pt x="3000" y="13600"/>
                </a:lnTo>
                <a:lnTo>
                  <a:pt x="3000" y="9300"/>
                </a:lnTo>
                <a:lnTo>
                  <a:pt x="0" y="930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d_sh" descr="Editable shape; source id cd_sh"/>
          <p:cNvSpPr/>
          <p:nvPr/>
        </p:nvSpPr>
        <p:spPr>
          <a:xfrm>
            <a:off x="9001124" y="1912937"/>
            <a:ext cx="2762249" cy="571499"/>
          </a:xfrm>
          <a:prstGeom prst="roundRect">
            <a:avLst>
              <a:gd name="adj" fmla="val 19444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d" descr="Editable shape; source id cd"/>
          <p:cNvSpPr/>
          <p:nvPr/>
        </p:nvSpPr>
        <p:spPr>
          <a:xfrm>
            <a:off x="8985249" y="1873249"/>
            <a:ext cx="2762249" cy="571499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d_t" descr="Editable text; source id cd_t"/>
          <p:cNvSpPr txBox="1"/>
          <p:nvPr/>
        </p:nvSpPr>
        <p:spPr>
          <a:xfrm>
            <a:off x="9572624" y="1912937"/>
            <a:ext cx="20637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defRPr>
            </a:pPr>
            <a:r>
              <a:rPr sz="1437" b="1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rPr>
              <a:t>check-done</a:t>
            </a:r>
          </a:p>
        </p:txBody>
      </p:sp>
      <p:sp>
        <p:nvSpPr>
          <p:cNvPr id="55" name="cd_s" descr="Editable text; source id cd_s"/>
          <p:cNvSpPr txBox="1"/>
          <p:nvPr/>
        </p:nvSpPr>
        <p:spPr>
          <a:xfrm>
            <a:off x="9572624" y="2198687"/>
            <a:ext cx="206374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九道闸门全过</a:t>
            </a:r>
            <a:r>
              <a:rPr sz="1062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062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退出码</a:t>
            </a:r>
            <a:r>
              <a:rPr sz="1062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 0</a:t>
            </a:r>
          </a:p>
        </p:txBody>
      </p:sp>
      <p:pic>
        <p:nvPicPr>
          <p:cNvPr id="56" name="cd_art" descr="cropped from the image-model asset sheet, cell &quot;checkdone&quot; (Codex image_gen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64624" y="1987209"/>
            <a:ext cx="428624" cy="343580"/>
          </a:xfrm>
          <a:prstGeom prst="rect">
            <a:avLst/>
          </a:prstGeom>
          <a:effectLst/>
        </p:spPr>
      </p:pic>
      <p:sp>
        <p:nvSpPr>
          <p:cNvPr id="57" name="out_sh" descr="Editable shape; source id out_sh"/>
          <p:cNvSpPr/>
          <p:nvPr/>
        </p:nvSpPr>
        <p:spPr>
          <a:xfrm>
            <a:off x="9001124" y="2754312"/>
            <a:ext cx="2762249" cy="571499"/>
          </a:xfrm>
          <a:prstGeom prst="roundRect">
            <a:avLst>
              <a:gd name="adj" fmla="val 19444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ut" descr="Editable shape; source id out"/>
          <p:cNvSpPr/>
          <p:nvPr/>
        </p:nvSpPr>
        <p:spPr>
          <a:xfrm>
            <a:off x="8985249" y="2714624"/>
            <a:ext cx="2762249" cy="571499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ut_t" descr="Editable text; source id out_t"/>
          <p:cNvSpPr txBox="1"/>
          <p:nvPr/>
        </p:nvSpPr>
        <p:spPr>
          <a:xfrm>
            <a:off x="9572624" y="2754312"/>
            <a:ext cx="20637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</p:txBody>
      </p:sp>
      <p:sp>
        <p:nvSpPr>
          <p:cNvPr id="60" name="out_s" descr="Editable text; source id out_s"/>
          <p:cNvSpPr txBox="1"/>
          <p:nvPr/>
        </p:nvSpPr>
        <p:spPr>
          <a:xfrm>
            <a:off x="9572624" y="3040062"/>
            <a:ext cx="206374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062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23 </a:t>
            </a:r>
            <a:r>
              <a:rPr sz="1062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页</a:t>
            </a:r>
            <a:r>
              <a:rPr sz="1062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 PDF · 51/51 </a:t>
            </a:r>
            <a:r>
              <a:rPr sz="1062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引用</a:t>
            </a:r>
          </a:p>
        </p:txBody>
      </p:sp>
      <p:pic>
        <p:nvPicPr>
          <p:cNvPr id="61" name="out_art" descr="cropped from the image-model asset sheet, cell &quot;pdf&quot; (Codex image_gen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64624" y="2797675"/>
            <a:ext cx="428624" cy="405399"/>
          </a:xfrm>
          <a:prstGeom prst="rect">
            <a:avLst/>
          </a:prstGeom>
          <a:effectLst/>
        </p:spPr>
      </p:pic>
      <p:sp>
        <p:nvSpPr>
          <p:cNvPr id="62" name="f_out_0" descr="Editable line; source id f_out_0"/>
          <p:cNvSpPr/>
          <p:nvPr/>
        </p:nvSpPr>
        <p:spPr>
          <a:xfrm>
            <a:off x="10309225" y="2500312"/>
            <a:ext cx="114300" cy="158750"/>
          </a:xfrm>
          <a:custGeom>
            <a:avLst/>
            <a:gdLst/>
            <a:ahLst/>
            <a:cxnLst/>
            <a:rect l="l" t="t" r="r" b="b"/>
            <a:pathLst>
              <a:path w="14400" h="20000">
                <a:moveTo>
                  <a:pt x="9700" y="0"/>
                </a:moveTo>
                <a:lnTo>
                  <a:pt x="9700" y="3000"/>
                </a:lnTo>
                <a:lnTo>
                  <a:pt x="14400" y="3000"/>
                </a:lnTo>
                <a:lnTo>
                  <a:pt x="7200" y="20000"/>
                </a:lnTo>
                <a:lnTo>
                  <a:pt x="0" y="3000"/>
                </a:lnTo>
                <a:lnTo>
                  <a:pt x="4700" y="3000"/>
                </a:lnTo>
                <a:lnTo>
                  <a:pt x="4700" y="0"/>
                </a:lnTo>
                <a:close/>
              </a:path>
            </a:pathLst>
          </a:cu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_keep_0" descr="Editable line; source id f_keep_0"/>
          <p:cNvSpPr/>
          <p:nvPr/>
        </p:nvSpPr>
        <p:spPr>
          <a:xfrm>
            <a:off x="5445125" y="2091531"/>
            <a:ext cx="3484562" cy="134937"/>
          </a:xfrm>
          <a:custGeom>
            <a:avLst/>
            <a:gdLst/>
            <a:ahLst/>
            <a:cxnLst/>
            <a:rect l="l" t="t" r="r" b="b"/>
            <a:pathLst>
              <a:path w="439000" h="17000">
                <a:moveTo>
                  <a:pt x="0" y="6000"/>
                </a:moveTo>
                <a:lnTo>
                  <a:pt x="419000" y="6000"/>
                </a:lnTo>
                <a:lnTo>
                  <a:pt x="419000" y="0"/>
                </a:lnTo>
                <a:lnTo>
                  <a:pt x="439000" y="8500"/>
                </a:lnTo>
                <a:lnTo>
                  <a:pt x="419000" y="17000"/>
                </a:lnTo>
                <a:lnTo>
                  <a:pt x="419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_keep" descr="Editable shape; source id t_keep"/>
          <p:cNvSpPr/>
          <p:nvPr/>
        </p:nvSpPr>
        <p:spPr>
          <a:xfrm>
            <a:off x="6334124" y="2016124"/>
            <a:ext cx="1611312" cy="2936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_keep_t" descr="Editable text; source id t_keep_t"/>
          <p:cNvSpPr txBox="1"/>
          <p:nvPr/>
        </p:nvSpPr>
        <p:spPr>
          <a:xfrm>
            <a:off x="6413499" y="2047874"/>
            <a:ext cx="1452562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65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0B7A55"/>
                </a:solidFill>
                <a:latin typeface="DejaVu Sans"/>
                <a:ea typeface="DejaVu Sans"/>
                <a:cs typeface="DejaVu Sans"/>
              </a:defRPr>
            </a:pPr>
            <a:r>
              <a:rPr sz="1062" b="1" i="0" lang="zh-CN" dirty="0">
                <a:solidFill>
                  <a:srgbClr val="0B7A55"/>
                </a:solidFill>
                <a:latin typeface="DejaVu Sans"/>
                <a:ea typeface="DejaVu Sans"/>
                <a:cs typeface="DejaVu Sans"/>
              </a:rPr>
              <a:t>0 blocker / major</a:t>
            </a:r>
          </a:p>
        </p:txBody>
      </p:sp>
      <p:sp>
        <p:nvSpPr>
          <p:cNvPr id="66" name="lc_sh" descr="Editable shape; source id lc_sh"/>
          <p:cNvSpPr/>
          <p:nvPr/>
        </p:nvSpPr>
        <p:spPr>
          <a:xfrm>
            <a:off x="8874124" y="3563937"/>
            <a:ext cx="3016249" cy="571499"/>
          </a:xfrm>
          <a:prstGeom prst="roundRect">
            <a:avLst>
              <a:gd name="adj" fmla="val 19444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c" descr="Editable shape; source id lc"/>
          <p:cNvSpPr/>
          <p:nvPr/>
        </p:nvSpPr>
        <p:spPr>
          <a:xfrm>
            <a:off x="8858249" y="3524249"/>
            <a:ext cx="3016249" cy="571499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4287">
            <a:solidFill>
              <a:srgbClr val="CB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c_t" descr="Editable text; source id lc_t"/>
          <p:cNvSpPr txBox="1"/>
          <p:nvPr/>
        </p:nvSpPr>
        <p:spPr>
          <a:xfrm>
            <a:off x="9429749" y="3563937"/>
            <a:ext cx="233362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defRPr>
            </a:pPr>
            <a:r>
              <a:rPr sz="1437" b="1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rPr>
              <a:t>loopctl </a:t>
            </a:r>
            <a:r>
              <a:rPr sz="1437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拒绝写入</a:t>
            </a:r>
          </a:p>
        </p:txBody>
      </p:sp>
      <p:sp>
        <p:nvSpPr>
          <p:cNvPr id="69" name="lc_s" descr="Editable text; source id lc_s"/>
          <p:cNvSpPr txBox="1"/>
          <p:nvPr/>
        </p:nvSpPr>
        <p:spPr>
          <a:xfrm>
            <a:off x="9429749" y="3849687"/>
            <a:ext cx="23336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跳阶段</a:t>
            </a:r>
            <a:r>
              <a:rPr sz="1062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062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单轮审稿</a:t>
            </a:r>
            <a:r>
              <a:rPr sz="1062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 → </a:t>
            </a:r>
            <a:r>
              <a:rPr sz="1062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写不进去</a:t>
            </a:r>
          </a:p>
        </p:txBody>
      </p:sp>
      <p:pic>
        <p:nvPicPr>
          <p:cNvPr id="70" name="lc_art" descr="cropped from the image-model asset sheet, cell &quot;padlock&quot; (Codex image_gen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0727" y="3603624"/>
            <a:ext cx="386543" cy="412749"/>
          </a:xfrm>
          <a:prstGeom prst="rect">
            <a:avLst/>
          </a:prstGeom>
          <a:effectLst/>
        </p:spPr>
      </p:pic>
      <p:sp>
        <p:nvSpPr>
          <p:cNvPr id="71" name="human_sh" descr="Editable shape; source id human_sh"/>
          <p:cNvSpPr/>
          <p:nvPr/>
        </p:nvSpPr>
        <p:spPr>
          <a:xfrm>
            <a:off x="8874124" y="4230687"/>
            <a:ext cx="3016249" cy="571499"/>
          </a:xfrm>
          <a:prstGeom prst="roundRect">
            <a:avLst>
              <a:gd name="adj" fmla="val 19444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human" descr="Editable shape; source id human"/>
          <p:cNvSpPr/>
          <p:nvPr/>
        </p:nvSpPr>
        <p:spPr>
          <a:xfrm>
            <a:off x="8858249" y="4190999"/>
            <a:ext cx="3016249" cy="571499"/>
          </a:xfrm>
          <a:prstGeom prst="roundRect">
            <a:avLst>
              <a:gd name="adj" fmla="val 19444"/>
            </a:avLst>
          </a:prstGeom>
          <a:solidFill>
            <a:srgbClr val="FDE8E8"/>
          </a:solidFill>
          <a:ln w="14287">
            <a:solidFill>
              <a:srgbClr val="F5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human_t" descr="Editable text; source id human_t"/>
          <p:cNvSpPr txBox="1"/>
          <p:nvPr/>
        </p:nvSpPr>
        <p:spPr>
          <a:xfrm>
            <a:off x="9429749" y="4230687"/>
            <a:ext cx="233362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升级人类</a:t>
            </a:r>
          </a:p>
        </p:txBody>
      </p:sp>
      <p:sp>
        <p:nvSpPr>
          <p:cNvPr id="74" name="human_s" descr="Editable text; source id human_s"/>
          <p:cNvSpPr txBox="1"/>
          <p:nvPr/>
        </p:nvSpPr>
        <p:spPr>
          <a:xfrm>
            <a:off x="9429749" y="4516437"/>
            <a:ext cx="23336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三轮未收敛</a:t>
            </a:r>
            <a:r>
              <a:rPr sz="1062" b="0" i="0" lang="zh-CN" dirty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 / </a:t>
            </a:r>
            <a:r>
              <a:rPr sz="1062" b="0" i="0" lang="zh-CN" dirty="0">
                <a:solidFill>
                  <a:srgbClr val="6B7280"/>
                </a:solidFill>
                <a:latin typeface="Noto Sans CJK SC"/>
                <a:ea typeface="Noto Sans CJK SC"/>
                <a:cs typeface="Noto Sans CJK SC"/>
              </a:rPr>
              <a:t>轮次用尽</a:t>
            </a:r>
          </a:p>
        </p:txBody>
      </p:sp>
      <p:pic>
        <p:nvPicPr>
          <p:cNvPr id="75" name="human_art" descr="cropped from the image-model asset sheet, cell &quot;human&quot; (Codex image_gen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89858" y="4270374"/>
            <a:ext cx="308282" cy="412749"/>
          </a:xfrm>
          <a:prstGeom prst="rect">
            <a:avLst/>
          </a:prstGeom>
          <a:effectLst/>
        </p:spPr>
      </p:pic>
      <p:cxnSp>
        <p:nvCxnSpPr>
          <p:cNvPr id="76" name="f_esc_0" descr="Editable line; source id f_esc_0"/>
          <p:cNvCxnSpPr/>
          <p:nvPr/>
        </p:nvCxnSpPr>
        <p:spPr>
          <a:xfrm>
            <a:off x="8397874" y="4619624"/>
            <a:ext cx="0" cy="428625"/>
          </a:xfrm>
          <a:prstGeom prst="line">
            <a:avLst/>
          </a:prstGeom>
          <a:ln w="23812">
            <a:solidFill>
              <a:srgbClr val="DC2626"/>
            </a:solidFill>
            <a:custDash>
              <a:ds d="333333" sp="2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f_esc_1" descr="Editable line; source id f_esc_1"/>
          <p:cNvCxnSpPr/>
          <p:nvPr/>
        </p:nvCxnSpPr>
        <p:spPr>
          <a:xfrm>
            <a:off x="8397874" y="5048249"/>
            <a:ext cx="1968500" cy="0"/>
          </a:xfrm>
          <a:prstGeom prst="line">
            <a:avLst/>
          </a:prstGeom>
          <a:ln w="23812">
            <a:solidFill>
              <a:srgbClr val="DC2626"/>
            </a:solidFill>
            <a:custDash>
              <a:ds d="333333" sp="2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f_esc_2" descr="Editable line; source id f_esc_2"/>
          <p:cNvCxnSpPr/>
          <p:nvPr/>
        </p:nvCxnSpPr>
        <p:spPr>
          <a:xfrm flipV="1">
            <a:off x="10366374" y="4825999"/>
            <a:ext cx="0" cy="222250"/>
          </a:xfrm>
          <a:prstGeom prst="line">
            <a:avLst/>
          </a:prstGeom>
          <a:ln w="23812">
            <a:solidFill>
              <a:srgbClr val="DC2626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_esc" descr="Editable shape; source id t_esc"/>
          <p:cNvSpPr/>
          <p:nvPr/>
        </p:nvSpPr>
        <p:spPr>
          <a:xfrm>
            <a:off x="9143999" y="4921249"/>
            <a:ext cx="603249" cy="2619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_esc_t" descr="Editable text; source id t_esc_t"/>
          <p:cNvSpPr txBox="1"/>
          <p:nvPr/>
        </p:nvSpPr>
        <p:spPr>
          <a:xfrm>
            <a:off x="9223374" y="4952999"/>
            <a:ext cx="44449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1" i="0" lang="zh-CN" dirty="0">
                <a:solidFill>
                  <a:srgbClr val="B91C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4" b="1" i="0" lang="zh-CN" dirty="0">
                <a:solidFill>
                  <a:srgbClr val="B91C1C"/>
                </a:solidFill>
                <a:latin typeface="Noto Sans CJK SC"/>
                <a:ea typeface="Noto Sans CJK SC"/>
                <a:cs typeface="Noto Sans CJK SC"/>
              </a:rPr>
              <a:t>不收敛</a:t>
            </a:r>
          </a:p>
        </p:txBody>
      </p:sp>
      <p:cxnSp>
        <p:nvCxnSpPr>
          <p:cNvPr id="81" name="ret_0" descr="Editable line; source id ret_0"/>
          <p:cNvCxnSpPr/>
          <p:nvPr/>
        </p:nvCxnSpPr>
        <p:spPr>
          <a:xfrm flipH="1">
            <a:off x="7707312" y="4619624"/>
            <a:ext cx="39687" cy="119063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ret_1" descr="Editable line; source id ret_1"/>
          <p:cNvCxnSpPr/>
          <p:nvPr/>
        </p:nvCxnSpPr>
        <p:spPr>
          <a:xfrm flipH="1">
            <a:off x="7588249" y="4738687"/>
            <a:ext cx="119063" cy="111125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ret_2" descr="Editable line; source id ret_2"/>
          <p:cNvCxnSpPr/>
          <p:nvPr/>
        </p:nvCxnSpPr>
        <p:spPr>
          <a:xfrm flipH="1">
            <a:off x="7405687" y="4849812"/>
            <a:ext cx="182562" cy="95250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ret_3" descr="Editable line; source id ret_3"/>
          <p:cNvCxnSpPr/>
          <p:nvPr/>
        </p:nvCxnSpPr>
        <p:spPr>
          <a:xfrm flipH="1">
            <a:off x="7159624" y="4945062"/>
            <a:ext cx="246063" cy="79375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ret_4" descr="Editable line; source id ret_4"/>
          <p:cNvCxnSpPr/>
          <p:nvPr/>
        </p:nvCxnSpPr>
        <p:spPr>
          <a:xfrm flipH="1">
            <a:off x="6865937" y="5024437"/>
            <a:ext cx="293687" cy="71437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ret_5" descr="Editable line; source id ret_5"/>
          <p:cNvCxnSpPr/>
          <p:nvPr/>
        </p:nvCxnSpPr>
        <p:spPr>
          <a:xfrm flipH="1">
            <a:off x="6516687" y="5095874"/>
            <a:ext cx="349250" cy="55563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ret_6" descr="Editable line; source id ret_6"/>
          <p:cNvCxnSpPr/>
          <p:nvPr/>
        </p:nvCxnSpPr>
        <p:spPr>
          <a:xfrm flipH="1">
            <a:off x="6135687" y="5151437"/>
            <a:ext cx="381000" cy="39687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ret_7" descr="Editable line; source id ret_7"/>
          <p:cNvCxnSpPr/>
          <p:nvPr/>
        </p:nvCxnSpPr>
        <p:spPr>
          <a:xfrm flipH="1">
            <a:off x="5722937" y="5191124"/>
            <a:ext cx="412750" cy="23813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ret_8" descr="Editable line; source id ret_8"/>
          <p:cNvCxnSpPr/>
          <p:nvPr/>
        </p:nvCxnSpPr>
        <p:spPr>
          <a:xfrm flipH="1">
            <a:off x="5286374" y="5214937"/>
            <a:ext cx="436563" cy="15875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ret_9" descr="Editable line; source id ret_9"/>
          <p:cNvCxnSpPr/>
          <p:nvPr/>
        </p:nvCxnSpPr>
        <p:spPr>
          <a:xfrm flipH="1">
            <a:off x="4841874" y="5230812"/>
            <a:ext cx="444500" cy="0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ret_10" descr="Editable line; source id ret_10"/>
          <p:cNvCxnSpPr/>
          <p:nvPr/>
        </p:nvCxnSpPr>
        <p:spPr>
          <a:xfrm flipH="1" flipV="1">
            <a:off x="4381499" y="5206999"/>
            <a:ext cx="460375" cy="23813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ret_11" descr="Editable line; source id ret_11"/>
          <p:cNvCxnSpPr/>
          <p:nvPr/>
        </p:nvCxnSpPr>
        <p:spPr>
          <a:xfrm flipH="1" flipV="1">
            <a:off x="3921124" y="5183187"/>
            <a:ext cx="460375" cy="23812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ret_12" descr="Editable line; source id ret_12"/>
          <p:cNvCxnSpPr/>
          <p:nvPr/>
        </p:nvCxnSpPr>
        <p:spPr>
          <a:xfrm flipH="1" flipV="1">
            <a:off x="3476624" y="5135562"/>
            <a:ext cx="444500" cy="47625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ret_13" descr="Editable line; source id ret_13"/>
          <p:cNvCxnSpPr/>
          <p:nvPr/>
        </p:nvCxnSpPr>
        <p:spPr>
          <a:xfrm flipH="1" flipV="1">
            <a:off x="3040062" y="5072062"/>
            <a:ext cx="436562" cy="63500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ret_14" descr="Editable line; source id ret_14"/>
          <p:cNvCxnSpPr/>
          <p:nvPr/>
        </p:nvCxnSpPr>
        <p:spPr>
          <a:xfrm flipH="1" flipV="1">
            <a:off x="2627312" y="4992687"/>
            <a:ext cx="412750" cy="79375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ret_15" descr="Editable line; source id ret_15"/>
          <p:cNvCxnSpPr/>
          <p:nvPr/>
        </p:nvCxnSpPr>
        <p:spPr>
          <a:xfrm flipH="1" flipV="1">
            <a:off x="2246312" y="4905374"/>
            <a:ext cx="381000" cy="87313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ret_16" descr="Editable line; source id ret_16"/>
          <p:cNvCxnSpPr/>
          <p:nvPr/>
        </p:nvCxnSpPr>
        <p:spPr>
          <a:xfrm flipH="1" flipV="1">
            <a:off x="1897062" y="4794249"/>
            <a:ext cx="349250" cy="111125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ret_17" descr="Editable line; source id ret_17"/>
          <p:cNvCxnSpPr/>
          <p:nvPr/>
        </p:nvCxnSpPr>
        <p:spPr>
          <a:xfrm flipH="1" flipV="1">
            <a:off x="1603374" y="4675187"/>
            <a:ext cx="293688" cy="119062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ret_18" descr="Editable line; source id ret_18"/>
          <p:cNvCxnSpPr/>
          <p:nvPr/>
        </p:nvCxnSpPr>
        <p:spPr>
          <a:xfrm flipH="1" flipV="1">
            <a:off x="1357312" y="4532312"/>
            <a:ext cx="246062" cy="142875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ret_19" descr="Editable line; source id ret_19"/>
          <p:cNvCxnSpPr/>
          <p:nvPr/>
        </p:nvCxnSpPr>
        <p:spPr>
          <a:xfrm flipH="1" flipV="1">
            <a:off x="1174749" y="4373562"/>
            <a:ext cx="182563" cy="158750"/>
          </a:xfrm>
          <a:prstGeom prst="line">
            <a:avLst/>
          </a:prstGeom>
          <a:ln w="47624">
            <a:solidFill>
              <a:srgbClr val="EA58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t_20" descr="Editable line; source id ret_20"/>
          <p:cNvSpPr/>
          <p:nvPr/>
        </p:nvSpPr>
        <p:spPr>
          <a:xfrm>
            <a:off x="1016000" y="4016375"/>
            <a:ext cx="180507" cy="366855"/>
          </a:xfrm>
          <a:custGeom>
            <a:avLst/>
            <a:gdLst/>
            <a:ahLst/>
            <a:cxnLst/>
            <a:rect l="l" t="t" r="r" b="b"/>
            <a:pathLst>
              <a:path w="22741" h="46218">
                <a:moveTo>
                  <a:pt x="17259" y="46218"/>
                </a:moveTo>
                <a:lnTo>
                  <a:pt x="7006" y="23150"/>
                </a:lnTo>
                <a:lnTo>
                  <a:pt x="609" y="25993"/>
                </a:lnTo>
                <a:lnTo>
                  <a:pt x="0" y="0"/>
                </a:lnTo>
                <a:lnTo>
                  <a:pt x="18885" y="17870"/>
                </a:lnTo>
                <a:lnTo>
                  <a:pt x="12489" y="20713"/>
                </a:lnTo>
                <a:lnTo>
                  <a:pt x="22741" y="43782"/>
                </a:lnTo>
                <a:close/>
              </a:path>
            </a:pathLst>
          </a:cu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_ret" descr="Editable shape; source id t_ret"/>
          <p:cNvSpPr/>
          <p:nvPr/>
        </p:nvSpPr>
        <p:spPr>
          <a:xfrm>
            <a:off x="3436937" y="5111749"/>
            <a:ext cx="2016124" cy="2936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_ret_t" descr="Editable text; source id t_ret_t"/>
          <p:cNvSpPr txBox="1"/>
          <p:nvPr/>
        </p:nvSpPr>
        <p:spPr>
          <a:xfrm>
            <a:off x="3516312" y="5143499"/>
            <a:ext cx="185737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C2410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1" i="0" lang="zh-CN" dirty="0">
                <a:solidFill>
                  <a:srgbClr val="C2410C"/>
                </a:solidFill>
                <a:latin typeface="Noto Sans CJK SC"/>
                <a:ea typeface="Noto Sans CJK SC"/>
                <a:cs typeface="Noto Sans CJK SC"/>
              </a:rPr>
              <a:t>只重跑责任阶段</a:t>
            </a:r>
            <a:r>
              <a:rPr sz="1062" b="1" i="0" lang="zh-CN" dirty="0">
                <a:solidFill>
                  <a:srgbClr val="C2410C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062" b="1" i="0" lang="zh-CN" dirty="0">
                <a:solidFill>
                  <a:srgbClr val="C2410C"/>
                </a:solidFill>
                <a:latin typeface="Noto Sans CJK SC"/>
                <a:ea typeface="Noto Sans CJK SC"/>
                <a:cs typeface="Noto Sans CJK SC"/>
              </a:rPr>
              <a:t>最多</a:t>
            </a:r>
            <a:r>
              <a:rPr sz="1062" b="1" i="0" lang="zh-CN" dirty="0">
                <a:solidFill>
                  <a:srgbClr val="C2410C"/>
                </a:solidFill>
                <a:latin typeface="DejaVu Sans"/>
                <a:ea typeface="DejaVu Sans"/>
                <a:cs typeface="DejaVu Sans"/>
              </a:rPr>
              <a:t> 5 </a:t>
            </a:r>
            <a:r>
              <a:rPr sz="1062" b="1" i="0" lang="zh-CN" dirty="0">
                <a:solidFill>
                  <a:srgbClr val="C2410C"/>
                </a:solidFill>
                <a:latin typeface="Noto Sans CJK SC"/>
                <a:ea typeface="Noto Sans CJK SC"/>
                <a:cs typeface="Noto Sans CJK SC"/>
              </a:rPr>
              <a:t>轮</a:t>
            </a:r>
          </a:p>
        </p:txBody>
      </p:sp>
      <p:sp>
        <p:nvSpPr>
          <p:cNvPr id="104" name="lg" descr="Editable shape; source id lg"/>
          <p:cNvSpPr/>
          <p:nvPr/>
        </p:nvSpPr>
        <p:spPr>
          <a:xfrm>
            <a:off x="317499" y="5587999"/>
            <a:ext cx="1873249" cy="1174749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4287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lg_t" descr="Editable text; source id lg_t"/>
          <p:cNvSpPr txBox="1"/>
          <p:nvPr/>
        </p:nvSpPr>
        <p:spPr>
          <a:xfrm>
            <a:off x="428624" y="5651499"/>
            <a:ext cx="16509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1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图例</a:t>
            </a:r>
          </a:p>
        </p:txBody>
      </p:sp>
      <p:sp>
        <p:nvSpPr>
          <p:cNvPr id="106" name="lg_k0" descr="Editable line; source id lg_k0"/>
          <p:cNvSpPr/>
          <p:nvPr/>
        </p:nvSpPr>
        <p:spPr>
          <a:xfrm>
            <a:off x="444500" y="5885656"/>
            <a:ext cx="476250" cy="134937"/>
          </a:xfrm>
          <a:custGeom>
            <a:avLst/>
            <a:gdLst/>
            <a:ahLst/>
            <a:cxnLst/>
            <a:rect l="l" t="t" r="r" b="b"/>
            <a:pathLst>
              <a:path w="60000" h="17000">
                <a:moveTo>
                  <a:pt x="0" y="6000"/>
                </a:moveTo>
                <a:lnTo>
                  <a:pt x="40000" y="6000"/>
                </a:lnTo>
                <a:lnTo>
                  <a:pt x="40000" y="0"/>
                </a:lnTo>
                <a:lnTo>
                  <a:pt x="60000" y="8500"/>
                </a:lnTo>
                <a:lnTo>
                  <a:pt x="40000" y="17000"/>
                </a:lnTo>
                <a:lnTo>
                  <a:pt x="40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lg_l0" descr="Editable text; source id lg_l0"/>
          <p:cNvSpPr txBox="1"/>
          <p:nvPr/>
        </p:nvSpPr>
        <p:spPr>
          <a:xfrm>
            <a:off x="1015999" y="5857874"/>
            <a:ext cx="1079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主流程</a:t>
            </a:r>
          </a:p>
        </p:txBody>
      </p:sp>
      <p:sp>
        <p:nvSpPr>
          <p:cNvPr id="108" name="lg_k1" descr="Editable line; source id lg_k1"/>
          <p:cNvSpPr/>
          <p:nvPr/>
        </p:nvSpPr>
        <p:spPr>
          <a:xfrm>
            <a:off x="444500" y="6088062"/>
            <a:ext cx="476250" cy="158750"/>
          </a:xfrm>
          <a:custGeom>
            <a:avLst/>
            <a:gdLst/>
            <a:ahLst/>
            <a:cxnLst/>
            <a:rect l="l" t="t" r="r" b="b"/>
            <a:pathLst>
              <a:path w="60000" h="20000">
                <a:moveTo>
                  <a:pt x="0" y="7000"/>
                </a:moveTo>
                <a:lnTo>
                  <a:pt x="36000" y="7000"/>
                </a:lnTo>
                <a:lnTo>
                  <a:pt x="36000" y="0"/>
                </a:lnTo>
                <a:lnTo>
                  <a:pt x="60000" y="10000"/>
                </a:lnTo>
                <a:lnTo>
                  <a:pt x="36000" y="20000"/>
                </a:lnTo>
                <a:lnTo>
                  <a:pt x="36000" y="13000"/>
                </a:lnTo>
                <a:lnTo>
                  <a:pt x="0" y="13000"/>
                </a:lnTo>
                <a:close/>
              </a:path>
            </a:pathLst>
          </a:cu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lg_l1" descr="Editable text; source id lg_l1"/>
          <p:cNvSpPr txBox="1"/>
          <p:nvPr/>
        </p:nvSpPr>
        <p:spPr>
          <a:xfrm>
            <a:off x="1015999" y="6072187"/>
            <a:ext cx="1079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返工回路</a:t>
            </a:r>
          </a:p>
        </p:txBody>
      </p:sp>
      <p:sp>
        <p:nvSpPr>
          <p:cNvPr id="110" name="lg_k2" descr="Editable line; source id lg_k2"/>
          <p:cNvSpPr/>
          <p:nvPr/>
        </p:nvSpPr>
        <p:spPr>
          <a:xfrm>
            <a:off x="444500" y="6314281"/>
            <a:ext cx="476250" cy="134937"/>
          </a:xfrm>
          <a:custGeom>
            <a:avLst/>
            <a:gdLst/>
            <a:ahLst/>
            <a:cxnLst/>
            <a:rect l="l" t="t" r="r" b="b"/>
            <a:pathLst>
              <a:path w="60000" h="17000">
                <a:moveTo>
                  <a:pt x="0" y="6000"/>
                </a:moveTo>
                <a:lnTo>
                  <a:pt x="40000" y="6000"/>
                </a:lnTo>
                <a:lnTo>
                  <a:pt x="40000" y="0"/>
                </a:lnTo>
                <a:lnTo>
                  <a:pt x="60000" y="8500"/>
                </a:lnTo>
                <a:lnTo>
                  <a:pt x="40000" y="17000"/>
                </a:lnTo>
                <a:lnTo>
                  <a:pt x="40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lg_l2" descr="Editable text; source id lg_l2"/>
          <p:cNvSpPr txBox="1"/>
          <p:nvPr/>
        </p:nvSpPr>
        <p:spPr>
          <a:xfrm>
            <a:off x="1015999" y="6278562"/>
            <a:ext cx="1079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机械放行</a:t>
            </a:r>
          </a:p>
        </p:txBody>
      </p:sp>
      <p:cxnSp>
        <p:nvCxnSpPr>
          <p:cNvPr id="112" name="lg_k3" descr="Editable line; source id lg_k3"/>
          <p:cNvCxnSpPr/>
          <p:nvPr/>
        </p:nvCxnSpPr>
        <p:spPr>
          <a:xfrm>
            <a:off x="444499" y="6596062"/>
            <a:ext cx="476250" cy="0"/>
          </a:xfrm>
          <a:prstGeom prst="line">
            <a:avLst/>
          </a:prstGeom>
          <a:ln w="23812">
            <a:solidFill>
              <a:srgbClr val="DC2626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lg_l3" descr="Editable text; source id lg_l3"/>
          <p:cNvSpPr txBox="1"/>
          <p:nvPr/>
        </p:nvSpPr>
        <p:spPr>
          <a:xfrm>
            <a:off x="1015999" y="6492874"/>
            <a:ext cx="10794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升级人类</a:t>
            </a:r>
          </a:p>
        </p:txBody>
      </p:sp>
      <p:sp>
        <p:nvSpPr>
          <p:cNvPr id="114" name="rd0_sh" descr="Editable shape; source id rd0_sh"/>
          <p:cNvSpPr/>
          <p:nvPr/>
        </p:nvSpPr>
        <p:spPr>
          <a:xfrm>
            <a:off x="2365374" y="5627687"/>
            <a:ext cx="2301874" cy="1174749"/>
          </a:xfrm>
          <a:prstGeom prst="roundRect">
            <a:avLst>
              <a:gd name="adj" fmla="val 9459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d0" descr="Editable shape; source id rd0"/>
          <p:cNvSpPr/>
          <p:nvPr/>
        </p:nvSpPr>
        <p:spPr>
          <a:xfrm>
            <a:off x="2349499" y="5587999"/>
            <a:ext cx="2301874" cy="1174749"/>
          </a:xfrm>
          <a:prstGeom prst="roundRect">
            <a:avLst>
              <a:gd name="adj" fmla="val 9459"/>
            </a:avLst>
          </a:prstGeom>
          <a:solidFill>
            <a:srgbClr val="FDE8E8"/>
          </a:solidFill>
          <a:ln w="15874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d0_h" descr="Editable text; source id rd0_h"/>
          <p:cNvSpPr txBox="1"/>
          <p:nvPr/>
        </p:nvSpPr>
        <p:spPr>
          <a:xfrm>
            <a:off x="2444749" y="5651499"/>
            <a:ext cx="2111374" cy="190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1" i="0" lang="zh-CN" dirty="0">
                <a:solidFill>
                  <a:srgbClr val="B91C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1" i="0" lang="zh-CN" dirty="0">
                <a:solidFill>
                  <a:srgbClr val="B91C1C"/>
                </a:solidFill>
                <a:latin typeface="Noto Sans CJK SC"/>
                <a:ea typeface="Noto Sans CJK SC"/>
                <a:cs typeface="Noto Sans CJK SC"/>
              </a:rPr>
              <a:t>生产阶段</a:t>
            </a:r>
          </a:p>
        </p:txBody>
      </p:sp>
      <p:sp>
        <p:nvSpPr>
          <p:cNvPr id="117" name="rd0_b" descr="Editable text; source id rd0_b"/>
          <p:cNvSpPr txBox="1"/>
          <p:nvPr/>
        </p:nvSpPr>
        <p:spPr>
          <a:xfrm>
            <a:off x="2412999" y="5841999"/>
            <a:ext cx="1222374" cy="563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3937"/>
              </a:lnSpc>
              <a:spcBef>
                <a:spcPts val="0"/>
              </a:spcBef>
              <a:spcAft>
                <a:spcPts val="0"/>
              </a:spcAft>
              <a:defRPr sz="3374" b="1" i="0" lang="zh-CN" dirty="0">
                <a:solidFill>
                  <a:srgbClr val="DC2626"/>
                </a:solidFill>
                <a:latin typeface="DejaVu Sans"/>
                <a:ea typeface="DejaVu Sans"/>
                <a:cs typeface="DejaVu Sans"/>
              </a:defRPr>
            </a:pPr>
            <a:r>
              <a:rPr sz="3374" b="1" i="0" lang="zh-CN" dirty="0">
                <a:solidFill>
                  <a:srgbClr val="DC2626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pic>
        <p:nvPicPr>
          <p:cNvPr id="118" name="rd0_art" descr="cropped from the image-model asset sheet, cell &quot;padlock&quot; (Codex image_gen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99126" y="5873749"/>
            <a:ext cx="475746" cy="507999"/>
          </a:xfrm>
          <a:prstGeom prst="rect">
            <a:avLst/>
          </a:prstGeom>
          <a:effectLst/>
        </p:spPr>
      </p:pic>
      <p:sp>
        <p:nvSpPr>
          <p:cNvPr id="119" name="rd0_c" descr="Editable text; source id rd0_c"/>
          <p:cNvSpPr txBox="1"/>
          <p:nvPr/>
        </p:nvSpPr>
        <p:spPr>
          <a:xfrm>
            <a:off x="2428874" y="6405562"/>
            <a:ext cx="2143124" cy="29368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闸门拦下</a:t>
            </a:r>
            <a:r>
              <a:rPr sz="999" b="0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rPr>
              <a:t> · 3 blocker · 1 major</a:t>
            </a:r>
          </a:p>
        </p:txBody>
      </p:sp>
      <p:sp>
        <p:nvSpPr>
          <p:cNvPr id="120" name="rd1_sh" descr="Editable shape; source id rd1_sh"/>
          <p:cNvSpPr/>
          <p:nvPr/>
        </p:nvSpPr>
        <p:spPr>
          <a:xfrm>
            <a:off x="4762499" y="5627687"/>
            <a:ext cx="2301874" cy="1174749"/>
          </a:xfrm>
          <a:prstGeom prst="roundRect">
            <a:avLst>
              <a:gd name="adj" fmla="val 9459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d1" descr="Editable shape; source id rd1"/>
          <p:cNvSpPr/>
          <p:nvPr/>
        </p:nvSpPr>
        <p:spPr>
          <a:xfrm>
            <a:off x="4746624" y="5587999"/>
            <a:ext cx="2301874" cy="1174749"/>
          </a:xfrm>
          <a:prstGeom prst="roundRect">
            <a:avLst>
              <a:gd name="adj" fmla="val 9459"/>
            </a:avLst>
          </a:prstGeom>
          <a:solidFill>
            <a:srgbClr val="FEF3C7"/>
          </a:solidFill>
          <a:ln w="15874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d1_h" descr="Editable text; source id rd1_h"/>
          <p:cNvSpPr txBox="1"/>
          <p:nvPr/>
        </p:nvSpPr>
        <p:spPr>
          <a:xfrm>
            <a:off x="4841874" y="5651499"/>
            <a:ext cx="2111374" cy="190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1" i="0" lang="zh-CN" dirty="0">
                <a:solidFill>
                  <a:srgbClr val="B4530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1" i="0" lang="zh-CN" dirty="0">
                <a:solidFill>
                  <a:srgbClr val="B45309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sz="999" b="1" i="0" lang="zh-CN" dirty="0">
                <a:solidFill>
                  <a:srgbClr val="B45309"/>
                </a:solidFill>
                <a:latin typeface="DejaVu Sans"/>
                <a:ea typeface="DejaVu Sans"/>
                <a:cs typeface="DejaVu Sans"/>
              </a:rPr>
              <a:t> 1 </a:t>
            </a:r>
            <a:r>
              <a:rPr sz="999" b="1" i="0" lang="zh-CN" dirty="0">
                <a:solidFill>
                  <a:srgbClr val="B45309"/>
                </a:solidFill>
                <a:latin typeface="Noto Sans CJK SC"/>
                <a:ea typeface="Noto Sans CJK SC"/>
                <a:cs typeface="Noto Sans CJK SC"/>
              </a:rPr>
              <a:t>轮审稿</a:t>
            </a:r>
          </a:p>
        </p:txBody>
      </p:sp>
      <p:sp>
        <p:nvSpPr>
          <p:cNvPr id="123" name="rd1_b" descr="Editable text; source id rd1_b"/>
          <p:cNvSpPr txBox="1"/>
          <p:nvPr/>
        </p:nvSpPr>
        <p:spPr>
          <a:xfrm>
            <a:off x="4810124" y="5841999"/>
            <a:ext cx="1222374" cy="563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3937"/>
              </a:lnSpc>
              <a:spcBef>
                <a:spcPts val="0"/>
              </a:spcBef>
              <a:spcAft>
                <a:spcPts val="0"/>
              </a:spcAft>
              <a:defRPr sz="3374" b="1" i="0" lang="zh-CN" dirty="0">
                <a:solidFill>
                  <a:srgbClr val="D97706"/>
                </a:solidFill>
                <a:latin typeface="DejaVu Sans"/>
                <a:ea typeface="DejaVu Sans"/>
                <a:cs typeface="DejaVu Sans"/>
              </a:defRPr>
            </a:pPr>
            <a:r>
              <a:rPr sz="3374" b="1" i="0" lang="zh-CN" dirty="0">
                <a:solidFill>
                  <a:srgbClr val="D97706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pic>
        <p:nvPicPr>
          <p:cNvPr id="124" name="rd1_art" descr="cropped from the image-model asset sheet, cell &quot;route&quot; (Codex image_gen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124" y="5896044"/>
            <a:ext cx="507999" cy="463410"/>
          </a:xfrm>
          <a:prstGeom prst="rect">
            <a:avLst/>
          </a:prstGeom>
          <a:effectLst/>
        </p:spPr>
      </p:pic>
      <p:sp>
        <p:nvSpPr>
          <p:cNvPr id="125" name="rd1_c" descr="Editable text; source id rd1_c"/>
          <p:cNvSpPr txBox="1"/>
          <p:nvPr/>
        </p:nvSpPr>
        <p:spPr>
          <a:xfrm>
            <a:off x="4825999" y="6405562"/>
            <a:ext cx="2143124" cy="29368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defRPr>
            </a:pPr>
            <a:r>
              <a:rPr sz="999" b="0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rPr>
              <a:t>1 blocker · 3 major · 3 minor</a:t>
            </a:r>
          </a:p>
        </p:txBody>
      </p:sp>
      <p:sp>
        <p:nvSpPr>
          <p:cNvPr id="126" name="rd2_sh" descr="Editable shape; source id rd2_sh"/>
          <p:cNvSpPr/>
          <p:nvPr/>
        </p:nvSpPr>
        <p:spPr>
          <a:xfrm>
            <a:off x="7159624" y="5627687"/>
            <a:ext cx="2301874" cy="1174749"/>
          </a:xfrm>
          <a:prstGeom prst="roundRect">
            <a:avLst>
              <a:gd name="adj" fmla="val 9459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d2" descr="Editable shape; source id rd2"/>
          <p:cNvSpPr/>
          <p:nvPr/>
        </p:nvSpPr>
        <p:spPr>
          <a:xfrm>
            <a:off x="7143749" y="5587999"/>
            <a:ext cx="2301874" cy="1174749"/>
          </a:xfrm>
          <a:prstGeom prst="roundRect">
            <a:avLst>
              <a:gd name="adj" fmla="val 9459"/>
            </a:avLst>
          </a:prstGeom>
          <a:solidFill>
            <a:srgbClr val="E3F6EA"/>
          </a:solidFill>
          <a:ln w="15874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d2_h" descr="Editable text; source id rd2_h"/>
          <p:cNvSpPr txBox="1"/>
          <p:nvPr/>
        </p:nvSpPr>
        <p:spPr>
          <a:xfrm>
            <a:off x="7238999" y="5651499"/>
            <a:ext cx="2111374" cy="190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1" i="0" lang="zh-CN" dirty="0">
                <a:solidFill>
                  <a:srgbClr val="0B7A5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1" i="0" lang="zh-CN" dirty="0">
                <a:solidFill>
                  <a:srgbClr val="0B7A55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sz="999" b="1" i="0" lang="zh-CN" dirty="0">
                <a:solidFill>
                  <a:srgbClr val="0B7A55"/>
                </a:solidFill>
                <a:latin typeface="DejaVu Sans"/>
                <a:ea typeface="DejaVu Sans"/>
                <a:cs typeface="DejaVu Sans"/>
              </a:rPr>
              <a:t> 2 </a:t>
            </a:r>
            <a:r>
              <a:rPr sz="999" b="1" i="0" lang="zh-CN" dirty="0">
                <a:solidFill>
                  <a:srgbClr val="0B7A55"/>
                </a:solidFill>
                <a:latin typeface="Noto Sans CJK SC"/>
                <a:ea typeface="Noto Sans CJK SC"/>
                <a:cs typeface="Noto Sans CJK SC"/>
              </a:rPr>
              <a:t>轮审稿</a:t>
            </a:r>
          </a:p>
        </p:txBody>
      </p:sp>
      <p:sp>
        <p:nvSpPr>
          <p:cNvPr id="129" name="rd2_b" descr="Editable text; source id rd2_b"/>
          <p:cNvSpPr txBox="1"/>
          <p:nvPr/>
        </p:nvSpPr>
        <p:spPr>
          <a:xfrm>
            <a:off x="7207249" y="5841999"/>
            <a:ext cx="1222374" cy="563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3937"/>
              </a:lnSpc>
              <a:spcBef>
                <a:spcPts val="0"/>
              </a:spcBef>
              <a:spcAft>
                <a:spcPts val="0"/>
              </a:spcAft>
              <a:defRPr sz="3374" b="1" i="0" lang="zh-CN" dirty="0">
                <a:solidFill>
                  <a:srgbClr val="0E9F6E"/>
                </a:solidFill>
                <a:latin typeface="DejaVu Sans"/>
                <a:ea typeface="DejaVu Sans"/>
                <a:cs typeface="DejaVu Sans"/>
              </a:defRPr>
            </a:pPr>
            <a:r>
              <a:rPr sz="3374" b="1" i="0" lang="zh-CN" dirty="0">
                <a:solidFill>
                  <a:srgbClr val="0E9F6E"/>
                </a:solidFill>
                <a:latin typeface="DejaVu Sans"/>
                <a:ea typeface="DejaVu Sans"/>
                <a:cs typeface="DejaVu Sans"/>
              </a:rPr>
              <a:t>0</a:t>
            </a:r>
          </a:p>
        </p:txBody>
      </p:sp>
      <p:pic>
        <p:nvPicPr>
          <p:cNvPr id="130" name="rd2_art" descr="cropped from the image-model asset sheet, cell &quot;ledger&quot; (Codex image_gen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77249" y="5952325"/>
            <a:ext cx="507999" cy="350848"/>
          </a:xfrm>
          <a:prstGeom prst="rect">
            <a:avLst/>
          </a:prstGeom>
          <a:effectLst/>
        </p:spPr>
      </p:pic>
      <p:sp>
        <p:nvSpPr>
          <p:cNvPr id="131" name="rd2_c" descr="Editable text; source id rd2_c"/>
          <p:cNvSpPr txBox="1"/>
          <p:nvPr/>
        </p:nvSpPr>
        <p:spPr>
          <a:xfrm>
            <a:off x="7223124" y="6405562"/>
            <a:ext cx="2143124" cy="29368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defRPr>
            </a:pPr>
            <a:r>
              <a:rPr sz="999" b="0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rPr>
              <a:t>0 · 0 · 0 → review_pass</a:t>
            </a:r>
          </a:p>
        </p:txBody>
      </p:sp>
      <p:sp>
        <p:nvSpPr>
          <p:cNvPr id="132" name="rd3_sh" descr="Editable shape; source id rd3_sh"/>
          <p:cNvSpPr/>
          <p:nvPr/>
        </p:nvSpPr>
        <p:spPr>
          <a:xfrm>
            <a:off x="9556749" y="5627687"/>
            <a:ext cx="2301874" cy="1174749"/>
          </a:xfrm>
          <a:prstGeom prst="roundRect">
            <a:avLst>
              <a:gd name="adj" fmla="val 9459"/>
            </a:avLst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d3" descr="Editable shape; source id rd3"/>
          <p:cNvSpPr/>
          <p:nvPr/>
        </p:nvSpPr>
        <p:spPr>
          <a:xfrm>
            <a:off x="9540874" y="5587999"/>
            <a:ext cx="2301874" cy="1174749"/>
          </a:xfrm>
          <a:prstGeom prst="roundRect">
            <a:avLst>
              <a:gd name="adj" fmla="val 9459"/>
            </a:avLst>
          </a:prstGeom>
          <a:solidFill>
            <a:srgbClr val="E3F6EA"/>
          </a:solidFill>
          <a:ln w="15874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d3_h" descr="Editable text; source id rd3_h"/>
          <p:cNvSpPr txBox="1"/>
          <p:nvPr/>
        </p:nvSpPr>
        <p:spPr>
          <a:xfrm>
            <a:off x="9636124" y="5651499"/>
            <a:ext cx="2111374" cy="190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1" i="0" lang="zh-CN" dirty="0">
                <a:solidFill>
                  <a:srgbClr val="0B7A55"/>
                </a:solidFill>
                <a:latin typeface="DejaVu Sans"/>
                <a:ea typeface="DejaVu Sans"/>
                <a:cs typeface="DejaVu Sans"/>
              </a:defRPr>
            </a:pPr>
            <a:r>
              <a:rPr sz="999" b="1" i="0" lang="zh-CN" dirty="0">
                <a:solidFill>
                  <a:srgbClr val="0B7A55"/>
                </a:solidFill>
                <a:latin typeface="DejaVu Sans"/>
                <a:ea typeface="DejaVu Sans"/>
                <a:cs typeface="DejaVu Sans"/>
              </a:rPr>
              <a:t>check-done</a:t>
            </a:r>
          </a:p>
        </p:txBody>
      </p:sp>
      <p:sp>
        <p:nvSpPr>
          <p:cNvPr id="135" name="rd3_b" descr="Editable text; source id rd3_b"/>
          <p:cNvSpPr txBox="1"/>
          <p:nvPr/>
        </p:nvSpPr>
        <p:spPr>
          <a:xfrm>
            <a:off x="9604374" y="5841999"/>
            <a:ext cx="1222374" cy="563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3937"/>
              </a:lnSpc>
              <a:spcBef>
                <a:spcPts val="0"/>
              </a:spcBef>
              <a:spcAft>
                <a:spcPts val="0"/>
              </a:spcAft>
              <a:defRPr sz="3374" b="1" i="0" lang="zh-CN" dirty="0">
                <a:solidFill>
                  <a:srgbClr val="0E9F6E"/>
                </a:solidFill>
                <a:latin typeface="DejaVu Sans"/>
                <a:ea typeface="DejaVu Sans"/>
                <a:cs typeface="DejaVu Sans"/>
              </a:defRPr>
            </a:pPr>
            <a:r>
              <a:rPr sz="3374" b="1" i="0" lang="zh-CN" dirty="0">
                <a:solidFill>
                  <a:srgbClr val="0E9F6E"/>
                </a:solidFill>
                <a:latin typeface="DejaVu Sans"/>
                <a:ea typeface="DejaVu Sans"/>
                <a:cs typeface="DejaVu Sans"/>
              </a:rPr>
              <a:t>= 0</a:t>
            </a:r>
          </a:p>
        </p:txBody>
      </p:sp>
      <p:pic>
        <p:nvPicPr>
          <p:cNvPr id="136" name="rd3_art" descr="cropped from the image-model asset sheet, cell &quot;pdf&quot; (Codex image_gen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74374" y="5887513"/>
            <a:ext cx="507999" cy="480472"/>
          </a:xfrm>
          <a:prstGeom prst="rect">
            <a:avLst/>
          </a:prstGeom>
          <a:effectLst/>
        </p:spPr>
      </p:pic>
      <p:sp>
        <p:nvSpPr>
          <p:cNvPr id="137" name="rd3_c" descr="Editable text; source id rd3_c"/>
          <p:cNvSpPr txBox="1"/>
          <p:nvPr/>
        </p:nvSpPr>
        <p:spPr>
          <a:xfrm>
            <a:off x="9620249" y="6405562"/>
            <a:ext cx="2143124" cy="29368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defRPr>
            </a:pPr>
            <a:r>
              <a:rPr sz="999" b="0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rPr>
              <a:t>23 </a:t>
            </a:r>
            <a:r>
              <a:rPr sz="999" b="0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页</a:t>
            </a:r>
            <a:r>
              <a:rPr sz="999" b="0" i="0" lang="zh-CN" dirty="0">
                <a:solidFill>
                  <a:srgbClr val="1F2937"/>
                </a:solidFill>
                <a:latin typeface="DejaVu Sans"/>
                <a:ea typeface="DejaVu Sans"/>
                <a:cs typeface="DejaVu Sans"/>
              </a:rPr>
              <a:t> PDF · 51/51 </a:t>
            </a:r>
            <a:r>
              <a:rPr sz="999" b="0" i="0" lang="zh-CN" dirty="0">
                <a:solidFill>
                  <a:srgbClr val="1F2937"/>
                </a:solidFill>
                <a:latin typeface="Noto Sans CJK SC"/>
                <a:ea typeface="Noto Sans CJK SC"/>
                <a:cs typeface="Noto Sans CJK SC"/>
              </a:rPr>
              <a:t>引用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