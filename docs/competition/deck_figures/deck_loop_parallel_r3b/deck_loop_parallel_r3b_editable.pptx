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多智能体并行闭环 1/2 · 构图 B：编排器 + 运行账本居中，三个相位顺时针成环（S2 候选 C03），橙色返修弧闭环（round 3, deck theme）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l_bar" descr="Editable shape; source id hl_bar"/>
          <p:cNvSpPr/>
          <p:nvPr/>
        </p:nvSpPr>
        <p:spPr>
          <a:xfrm>
            <a:off x="317499" y="936624"/>
            <a:ext cx="384174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l" descr="Editable text; source id hl"/>
          <p:cNvSpPr txBox="1"/>
          <p:nvPr/>
        </p:nvSpPr>
        <p:spPr>
          <a:xfrm>
            <a:off x="460374" y="936624"/>
            <a:ext cx="35559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完成判定由程序执行，而非模型自述</a:t>
            </a:r>
          </a:p>
        </p:txBody>
      </p:sp>
      <p:sp>
        <p:nvSpPr>
          <p:cNvPr id="4" name="lg" descr="Editable shape; source id lg"/>
          <p:cNvSpPr/>
          <p:nvPr/>
        </p:nvSpPr>
        <p:spPr>
          <a:xfrm>
            <a:off x="5873749" y="936624"/>
            <a:ext cx="60007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g_s0" descr="Editable line; source id lg_s0"/>
          <p:cNvSpPr/>
          <p:nvPr/>
        </p:nvSpPr>
        <p:spPr>
          <a:xfrm>
            <a:off x="5984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g_l0" descr="Editable text; source id lg_l0"/>
          <p:cNvSpPr txBox="1"/>
          <p:nvPr/>
        </p:nvSpPr>
        <p:spPr>
          <a:xfrm>
            <a:off x="64611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主流程</a:t>
            </a:r>
          </a:p>
        </p:txBody>
      </p:sp>
      <p:cxnSp>
        <p:nvCxnSpPr>
          <p:cNvPr id="7" name="lg_s1" descr="Editable line; source id lg_s1"/>
          <p:cNvCxnSpPr/>
          <p:nvPr/>
        </p:nvCxnSpPr>
        <p:spPr>
          <a:xfrm>
            <a:off x="7064374" y="1119187"/>
            <a:ext cx="412750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g_l1" descr="Editable text; source id lg_l1"/>
          <p:cNvSpPr txBox="1"/>
          <p:nvPr/>
        </p:nvSpPr>
        <p:spPr>
          <a:xfrm>
            <a:off x="7540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任务分派</a:t>
            </a:r>
          </a:p>
        </p:txBody>
      </p:sp>
      <p:sp>
        <p:nvSpPr>
          <p:cNvPr id="9" name="lg_s2" descr="Editable line; source id lg_s2"/>
          <p:cNvSpPr/>
          <p:nvPr/>
        </p:nvSpPr>
        <p:spPr>
          <a:xfrm>
            <a:off x="8270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l2" descr="Editable text; source id lg_l2"/>
          <p:cNvSpPr txBox="1"/>
          <p:nvPr/>
        </p:nvSpPr>
        <p:spPr>
          <a:xfrm>
            <a:off x="8747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定向返修</a:t>
            </a:r>
          </a:p>
        </p:txBody>
      </p:sp>
      <p:sp>
        <p:nvSpPr>
          <p:cNvPr id="11" name="lg_s3" descr="Editable line; source id lg_s3"/>
          <p:cNvSpPr/>
          <p:nvPr/>
        </p:nvSpPr>
        <p:spPr>
          <a:xfrm>
            <a:off x="947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g_l3" descr="Editable text; source id lg_l3"/>
          <p:cNvSpPr txBox="1"/>
          <p:nvPr/>
        </p:nvSpPr>
        <p:spPr>
          <a:xfrm>
            <a:off x="9953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通过放行</a:t>
            </a:r>
          </a:p>
        </p:txBody>
      </p:sp>
      <p:sp>
        <p:nvSpPr>
          <p:cNvPr id="13" name="lg_s4" descr="Editable line; source id lg_s4"/>
          <p:cNvSpPr/>
          <p:nvPr/>
        </p:nvSpPr>
        <p:spPr>
          <a:xfrm>
            <a:off x="10683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5000"/>
                </a:moveTo>
                <a:lnTo>
                  <a:pt x="38000" y="50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g_l4" descr="Editable text; source id lg_l4"/>
          <p:cNvSpPr txBox="1"/>
          <p:nvPr/>
        </p:nvSpPr>
        <p:spPr>
          <a:xfrm>
            <a:off x="11160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记录入账</a:t>
            </a:r>
          </a:p>
        </p:txBody>
      </p:sp>
      <p:sp>
        <p:nvSpPr>
          <p:cNvPr id="15" name="p1" descr="Editable shape; source id p1"/>
          <p:cNvSpPr/>
          <p:nvPr/>
        </p:nvSpPr>
        <p:spPr>
          <a:xfrm>
            <a:off x="317499" y="1555749"/>
            <a:ext cx="3968749" cy="2238374"/>
          </a:xfrm>
          <a:prstGeom prst="roundRect">
            <a:avLst>
              <a:gd name="adj" fmla="val 7092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1_b" descr="Editable shape; source id p1_b"/>
          <p:cNvSpPr/>
          <p:nvPr/>
        </p:nvSpPr>
        <p:spPr>
          <a:xfrm>
            <a:off x="380999" y="1619249"/>
            <a:ext cx="3841749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1_l" descr="Editable text; source id p1_l"/>
          <p:cNvSpPr txBox="1"/>
          <p:nvPr/>
        </p:nvSpPr>
        <p:spPr>
          <a:xfrm>
            <a:off x="507999" y="1619249"/>
            <a:ext cx="35877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文献取证</a:t>
            </a:r>
          </a:p>
        </p:txBody>
      </p:sp>
      <p:sp>
        <p:nvSpPr>
          <p:cNvPr id="18" name="p2" descr="Editable shape; source id p2"/>
          <p:cNvSpPr/>
          <p:nvPr/>
        </p:nvSpPr>
        <p:spPr>
          <a:xfrm>
            <a:off x="7905749" y="1555749"/>
            <a:ext cx="3968749" cy="2238374"/>
          </a:xfrm>
          <a:prstGeom prst="roundRect">
            <a:avLst>
              <a:gd name="adj" fmla="val 7092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2_b" descr="Editable shape; source id p2_b"/>
          <p:cNvSpPr/>
          <p:nvPr/>
        </p:nvSpPr>
        <p:spPr>
          <a:xfrm>
            <a:off x="7969249" y="1619249"/>
            <a:ext cx="3841749" cy="317499"/>
          </a:xfrm>
          <a:prstGeom prst="roundRect">
            <a:avLst>
              <a:gd name="adj" fmla="val 3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2_l" descr="Editable text; source id p2_l"/>
          <p:cNvSpPr txBox="1"/>
          <p:nvPr/>
        </p:nvSpPr>
        <p:spPr>
          <a:xfrm>
            <a:off x="8096249" y="1619249"/>
            <a:ext cx="35877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并行生产</a:t>
            </a:r>
          </a:p>
        </p:txBody>
      </p:sp>
      <p:sp>
        <p:nvSpPr>
          <p:cNvPr id="21" name="p3" descr="Editable shape; source id p3"/>
          <p:cNvSpPr/>
          <p:nvPr/>
        </p:nvSpPr>
        <p:spPr>
          <a:xfrm>
            <a:off x="1904999" y="4730749"/>
            <a:ext cx="8381999" cy="1317624"/>
          </a:xfrm>
          <a:prstGeom prst="roundRect">
            <a:avLst>
              <a:gd name="adj" fmla="val 12048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3_b" descr="Editable shape; source id p3_b"/>
          <p:cNvSpPr/>
          <p:nvPr/>
        </p:nvSpPr>
        <p:spPr>
          <a:xfrm>
            <a:off x="1968499" y="4794249"/>
            <a:ext cx="825499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3_l" descr="Editable text; source id p3_l"/>
          <p:cNvSpPr txBox="1"/>
          <p:nvPr/>
        </p:nvSpPr>
        <p:spPr>
          <a:xfrm>
            <a:off x="2095499" y="4794249"/>
            <a:ext cx="8000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评审放行</a:t>
            </a:r>
          </a:p>
        </p:txBody>
      </p:sp>
      <p:sp>
        <p:nvSpPr>
          <p:cNvPr id="24" name="scope_sh" descr="Editable shape; source id scope_sh"/>
          <p:cNvSpPr/>
          <p:nvPr/>
        </p:nvSpPr>
        <p:spPr>
          <a:xfrm>
            <a:off x="42862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cope" descr="Editable shape; source id scope"/>
          <p:cNvSpPr/>
          <p:nvPr/>
        </p:nvSpPr>
        <p:spPr>
          <a:xfrm>
            <a:off x="41274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scope_art" descr="cropped from the image-model asset sheet, cell &quot;phasediagram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14" y="2198687"/>
            <a:ext cx="794971" cy="666749"/>
          </a:xfrm>
          <a:prstGeom prst="rect">
            <a:avLst/>
          </a:prstGeom>
          <a:effectLst/>
        </p:spPr>
      </p:pic>
      <p:sp>
        <p:nvSpPr>
          <p:cNvPr id="27" name="scope_t" descr="Editable text; source id scope_t"/>
          <p:cNvSpPr txBox="1"/>
          <p:nvPr/>
        </p:nvSpPr>
        <p:spPr>
          <a:xfrm>
            <a:off x="460374" y="2897187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体系界定</a:t>
            </a:r>
          </a:p>
        </p:txBody>
      </p:sp>
      <p:sp>
        <p:nvSpPr>
          <p:cNvPr id="28" name="scope_s0" descr="Editable text; source id scope_s0"/>
          <p:cNvSpPr txBox="1"/>
          <p:nvPr/>
        </p:nvSpPr>
        <p:spPr>
          <a:xfrm>
            <a:off x="460374" y="3151187"/>
            <a:ext cx="8572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目标相与近邻</a:t>
            </a:r>
          </a:p>
        </p:txBody>
      </p:sp>
      <p:sp>
        <p:nvSpPr>
          <p:cNvPr id="29" name="scope_s1" descr="Editable text; source id scope_s1"/>
          <p:cNvSpPr txBox="1"/>
          <p:nvPr/>
        </p:nvSpPr>
        <p:spPr>
          <a:xfrm>
            <a:off x="460374" y="3333749"/>
            <a:ext cx="8572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相图与热力学</a:t>
            </a:r>
          </a:p>
        </p:txBody>
      </p:sp>
      <p:sp>
        <p:nvSpPr>
          <p:cNvPr id="30" name="g1" descr="Editable shape; source id g1"/>
          <p:cNvSpPr/>
          <p:nvPr/>
        </p:nvSpPr>
        <p:spPr>
          <a:xfrm>
            <a:off x="1650999" y="2111374"/>
            <a:ext cx="1301749" cy="1619249"/>
          </a:xfrm>
          <a:prstGeom prst="roundRect">
            <a:avLst>
              <a:gd name="adj" fmla="val 853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it_sh" descr="Editable shape; source id lit_sh"/>
          <p:cNvSpPr/>
          <p:nvPr/>
        </p:nvSpPr>
        <p:spPr>
          <a:xfrm>
            <a:off x="1730374" y="2325687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it" descr="Editable shape; source id lit"/>
          <p:cNvSpPr/>
          <p:nvPr/>
        </p:nvSpPr>
        <p:spPr>
          <a:xfrm>
            <a:off x="1714499" y="2285999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99" y="2512082"/>
            <a:ext cx="301624" cy="214584"/>
          </a:xfrm>
          <a:prstGeom prst="rect">
            <a:avLst/>
          </a:prstGeom>
          <a:effectLst/>
        </p:spPr>
      </p:pic>
      <p:sp>
        <p:nvSpPr>
          <p:cNvPr id="34" name="lit_t" descr="Editable text; source id lit_t"/>
          <p:cNvSpPr txBox="1"/>
          <p:nvPr/>
        </p:nvSpPr>
        <p:spPr>
          <a:xfrm>
            <a:off x="2143124" y="2428874"/>
            <a:ext cx="68262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</p:txBody>
      </p:sp>
      <p:sp>
        <p:nvSpPr>
          <p:cNvPr id="35" name="lit_s0" descr="Editable text; source id lit_s0"/>
          <p:cNvSpPr txBox="1"/>
          <p:nvPr/>
        </p:nvSpPr>
        <p:spPr>
          <a:xfrm>
            <a:off x="2143124" y="2651124"/>
            <a:ext cx="682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五源与全文库</a:t>
            </a:r>
          </a:p>
        </p:txBody>
      </p:sp>
      <p:sp>
        <p:nvSpPr>
          <p:cNvPr id="36" name="style_sh" descr="Editable shape; source id style_sh"/>
          <p:cNvSpPr/>
          <p:nvPr/>
        </p:nvSpPr>
        <p:spPr>
          <a:xfrm>
            <a:off x="1730374" y="3040062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yle" descr="Editable shape; source id style"/>
          <p:cNvSpPr/>
          <p:nvPr/>
        </p:nvSpPr>
        <p:spPr>
          <a:xfrm>
            <a:off x="1714499" y="3000374"/>
            <a:ext cx="1174749" cy="6667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99" y="3220640"/>
            <a:ext cx="301624" cy="226218"/>
          </a:xfrm>
          <a:prstGeom prst="rect">
            <a:avLst/>
          </a:prstGeom>
          <a:effectLst/>
        </p:spPr>
      </p:pic>
      <p:sp>
        <p:nvSpPr>
          <p:cNvPr id="39" name="style_t" descr="Editable text; source id style_t"/>
          <p:cNvSpPr txBox="1"/>
          <p:nvPr/>
        </p:nvSpPr>
        <p:spPr>
          <a:xfrm>
            <a:off x="2143124" y="3143249"/>
            <a:ext cx="68262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范式库</a:t>
            </a:r>
          </a:p>
        </p:txBody>
      </p:sp>
      <p:sp>
        <p:nvSpPr>
          <p:cNvPr id="40" name="style_s0" descr="Editable text; source id style_s0"/>
          <p:cNvSpPr txBox="1"/>
          <p:nvPr/>
        </p:nvSpPr>
        <p:spPr>
          <a:xfrm>
            <a:off x="2143124" y="3365499"/>
            <a:ext cx="682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篇范文</a:t>
            </a:r>
          </a:p>
        </p:txBody>
      </p:sp>
      <p:sp>
        <p:nvSpPr>
          <p:cNvPr id="41" name="g1_tag" descr="Editable shape; source id g1_tag"/>
          <p:cNvSpPr/>
          <p:nvPr/>
        </p:nvSpPr>
        <p:spPr>
          <a:xfrm>
            <a:off x="1968499" y="1984374"/>
            <a:ext cx="666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1_tag_t" descr="Editable text; source id g1_tag_t"/>
          <p:cNvSpPr txBox="1"/>
          <p:nvPr/>
        </p:nvSpPr>
        <p:spPr>
          <a:xfrm>
            <a:off x="2047874" y="2016124"/>
            <a:ext cx="507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rPr>
              <a:t>并行</a:t>
            </a:r>
            <a:r>
              <a:rPr sz="874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 ×2</a:t>
            </a:r>
          </a:p>
        </p:txBody>
      </p:sp>
      <p:sp>
        <p:nvSpPr>
          <p:cNvPr id="43" name="ref_sh" descr="Editable shape; source id ref_sh"/>
          <p:cNvSpPr/>
          <p:nvPr/>
        </p:nvSpPr>
        <p:spPr>
          <a:xfrm>
            <a:off x="325437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f" descr="Editable shape; source id ref"/>
          <p:cNvSpPr/>
          <p:nvPr/>
        </p:nvSpPr>
        <p:spPr>
          <a:xfrm>
            <a:off x="323849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999" y="2246978"/>
            <a:ext cx="825499" cy="586041"/>
          </a:xfrm>
          <a:prstGeom prst="rect">
            <a:avLst/>
          </a:prstGeom>
          <a:effectLst/>
        </p:spPr>
      </p:pic>
      <p:sp>
        <p:nvSpPr>
          <p:cNvPr id="46" name="ref_t" descr="Editable text; source id ref_t"/>
          <p:cNvSpPr txBox="1"/>
          <p:nvPr/>
        </p:nvSpPr>
        <p:spPr>
          <a:xfrm>
            <a:off x="3286124" y="2905124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引用核验</a:t>
            </a:r>
          </a:p>
        </p:txBody>
      </p:sp>
      <p:sp>
        <p:nvSpPr>
          <p:cNvPr id="47" name="ref_s0" descr="Editable text; source id ref_s0"/>
          <p:cNvSpPr txBox="1"/>
          <p:nvPr/>
        </p:nvSpPr>
        <p:spPr>
          <a:xfrm>
            <a:off x="3286124" y="3159124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</a:t>
            </a: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51/51 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</a:t>
            </a:r>
          </a:p>
        </p:txBody>
      </p:sp>
      <p:sp>
        <p:nvSpPr>
          <p:cNvPr id="48" name="ref_s1" descr="Editable text; source id ref_s1"/>
          <p:cNvSpPr txBox="1"/>
          <p:nvPr/>
        </p:nvSpPr>
        <p:spPr>
          <a:xfrm>
            <a:off x="3286124" y="3333749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逐条比对原文</a:t>
            </a:r>
          </a:p>
        </p:txBody>
      </p:sp>
      <p:sp>
        <p:nvSpPr>
          <p:cNvPr id="49" name="f_1a_0" descr="Editable line; source id f_1a_0"/>
          <p:cNvSpPr/>
          <p:nvPr/>
        </p:nvSpPr>
        <p:spPr>
          <a:xfrm>
            <a:off x="140493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_1b_0" descr="Editable line; source id f_1b_0"/>
          <p:cNvSpPr/>
          <p:nvPr/>
        </p:nvSpPr>
        <p:spPr>
          <a:xfrm>
            <a:off x="299243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ax_sh" descr="Editable shape; source id tax_sh"/>
          <p:cNvSpPr/>
          <p:nvPr/>
        </p:nvSpPr>
        <p:spPr>
          <a:xfrm>
            <a:off x="8016874" y="2087562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ax" descr="Editable shape; source id tax"/>
          <p:cNvSpPr/>
          <p:nvPr/>
        </p:nvSpPr>
        <p:spPr>
          <a:xfrm>
            <a:off x="8000999" y="2047874"/>
            <a:ext cx="952499" cy="161924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ta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99" y="2259525"/>
            <a:ext cx="825499" cy="560948"/>
          </a:xfrm>
          <a:prstGeom prst="rect">
            <a:avLst/>
          </a:prstGeom>
          <a:effectLst/>
        </p:spPr>
      </p:pic>
      <p:sp>
        <p:nvSpPr>
          <p:cNvPr id="54" name="tax_t" descr="Editable text; source id tax_t"/>
          <p:cNvSpPr txBox="1"/>
          <p:nvPr/>
        </p:nvSpPr>
        <p:spPr>
          <a:xfrm>
            <a:off x="8048624" y="2905124"/>
            <a:ext cx="857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证据分类</a:t>
            </a:r>
          </a:p>
        </p:txBody>
      </p:sp>
      <p:sp>
        <p:nvSpPr>
          <p:cNvPr id="55" name="tax_s0" descr="Editable text; source id tax_s0"/>
          <p:cNvSpPr txBox="1"/>
          <p:nvPr/>
        </p:nvSpPr>
        <p:spPr>
          <a:xfrm>
            <a:off x="8048624" y="3159124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路线</a:t>
            </a: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条件</a:t>
            </a: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56" name="tax_s1" descr="Editable text; source id tax_s1"/>
          <p:cNvSpPr txBox="1"/>
          <p:nvPr/>
        </p:nvSpPr>
        <p:spPr>
          <a:xfrm>
            <a:off x="8048624" y="3333749"/>
            <a:ext cx="857249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合成条件表</a:t>
            </a:r>
          </a:p>
        </p:txBody>
      </p:sp>
      <p:sp>
        <p:nvSpPr>
          <p:cNvPr id="57" name="g2" descr="Editable shape; source id g2"/>
          <p:cNvSpPr/>
          <p:nvPr/>
        </p:nvSpPr>
        <p:spPr>
          <a:xfrm>
            <a:off x="9239249" y="2111374"/>
            <a:ext cx="2539999" cy="1619249"/>
          </a:xfrm>
          <a:prstGeom prst="roundRect">
            <a:avLst>
              <a:gd name="adj" fmla="val 6862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ig_sh" descr="Editable shape; source id fig_sh"/>
          <p:cNvSpPr/>
          <p:nvPr/>
        </p:nvSpPr>
        <p:spPr>
          <a:xfrm>
            <a:off x="9318624" y="231774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ig" descr="Editable shape; source id fig"/>
          <p:cNvSpPr/>
          <p:nvPr/>
        </p:nvSpPr>
        <p:spPr>
          <a:xfrm>
            <a:off x="9302749" y="227806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6249" y="2359846"/>
            <a:ext cx="396874" cy="272994"/>
          </a:xfrm>
          <a:prstGeom prst="rect">
            <a:avLst/>
          </a:prstGeom>
          <a:effectLst/>
        </p:spPr>
      </p:pic>
      <p:sp>
        <p:nvSpPr>
          <p:cNvPr id="61" name="fig_t" descr="Editable text; source id fig_t"/>
          <p:cNvSpPr txBox="1"/>
          <p:nvPr/>
        </p:nvSpPr>
        <p:spPr>
          <a:xfrm>
            <a:off x="9826624" y="230187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图表制作</a:t>
            </a:r>
          </a:p>
        </p:txBody>
      </p:sp>
      <p:sp>
        <p:nvSpPr>
          <p:cNvPr id="62" name="fig_s0" descr="Editable text; source id fig_s0"/>
          <p:cNvSpPr txBox="1"/>
          <p:nvPr/>
        </p:nvSpPr>
        <p:spPr>
          <a:xfrm>
            <a:off x="9826624" y="253206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可编辑矢量图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路线图与分类图</a:t>
            </a:r>
          </a:p>
        </p:txBody>
      </p:sp>
      <p:sp>
        <p:nvSpPr>
          <p:cNvPr id="63" name="draft_sh" descr="Editable shape; source id draft_sh"/>
          <p:cNvSpPr/>
          <p:nvPr/>
        </p:nvSpPr>
        <p:spPr>
          <a:xfrm>
            <a:off x="9318624" y="279399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raft" descr="Editable shape; source id draft"/>
          <p:cNvSpPr/>
          <p:nvPr/>
        </p:nvSpPr>
        <p:spPr>
          <a:xfrm>
            <a:off x="9302749" y="275431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draft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249" y="2849048"/>
            <a:ext cx="396874" cy="247090"/>
          </a:xfrm>
          <a:prstGeom prst="rect">
            <a:avLst/>
          </a:prstGeom>
          <a:effectLst/>
        </p:spPr>
      </p:pic>
      <p:sp>
        <p:nvSpPr>
          <p:cNvPr id="66" name="draft_t" descr="Editable text; source id draft_t"/>
          <p:cNvSpPr txBox="1"/>
          <p:nvPr/>
        </p:nvSpPr>
        <p:spPr>
          <a:xfrm>
            <a:off x="9826624" y="277812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综述撰写</a:t>
            </a:r>
          </a:p>
        </p:txBody>
      </p:sp>
      <p:sp>
        <p:nvSpPr>
          <p:cNvPr id="67" name="draft_s0" descr="Editable text; source id draft_s0"/>
          <p:cNvSpPr txBox="1"/>
          <p:nvPr/>
        </p:nvSpPr>
        <p:spPr>
          <a:xfrm>
            <a:off x="9826624" y="300831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按章节并行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论断逐条绑定引用</a:t>
            </a:r>
          </a:p>
        </p:txBody>
      </p:sp>
      <p:sp>
        <p:nvSpPr>
          <p:cNvPr id="68" name="idea_sh" descr="Editable shape; source id idea_sh"/>
          <p:cNvSpPr/>
          <p:nvPr/>
        </p:nvSpPr>
        <p:spPr>
          <a:xfrm>
            <a:off x="9318624" y="3270249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dea" descr="Editable shape; source id idea"/>
          <p:cNvSpPr/>
          <p:nvPr/>
        </p:nvSpPr>
        <p:spPr>
          <a:xfrm>
            <a:off x="9302749" y="3230562"/>
            <a:ext cx="2412999" cy="436562"/>
          </a:xfrm>
          <a:prstGeom prst="roundRect">
            <a:avLst>
              <a:gd name="adj" fmla="val 2545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idea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6249" y="3352615"/>
            <a:ext cx="396874" cy="192457"/>
          </a:xfrm>
          <a:prstGeom prst="rect">
            <a:avLst/>
          </a:prstGeom>
          <a:effectLst/>
        </p:spPr>
      </p:pic>
      <p:sp>
        <p:nvSpPr>
          <p:cNvPr id="71" name="idea_t" descr="Editable text; source id idea_t"/>
          <p:cNvSpPr txBox="1"/>
          <p:nvPr/>
        </p:nvSpPr>
        <p:spPr>
          <a:xfrm>
            <a:off x="9826624" y="3254374"/>
            <a:ext cx="182562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合成方案构想</a:t>
            </a:r>
          </a:p>
        </p:txBody>
      </p:sp>
      <p:sp>
        <p:nvSpPr>
          <p:cNvPr id="72" name="idea_s0" descr="Editable text; source id idea_s0"/>
          <p:cNvSpPr txBox="1"/>
          <p:nvPr/>
        </p:nvSpPr>
        <p:spPr>
          <a:xfrm>
            <a:off x="9826624" y="3484562"/>
            <a:ext cx="1825624" cy="158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RECIPE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前驱体预测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内部质询</a:t>
            </a:r>
          </a:p>
        </p:txBody>
      </p:sp>
      <p:sp>
        <p:nvSpPr>
          <p:cNvPr id="73" name="g2_tag" descr="Editable shape; source id g2_tag"/>
          <p:cNvSpPr/>
          <p:nvPr/>
        </p:nvSpPr>
        <p:spPr>
          <a:xfrm>
            <a:off x="10175874" y="1984374"/>
            <a:ext cx="666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2_tag_t" descr="Editable text; source id g2_tag_t"/>
          <p:cNvSpPr txBox="1"/>
          <p:nvPr/>
        </p:nvSpPr>
        <p:spPr>
          <a:xfrm>
            <a:off x="10255249" y="2016124"/>
            <a:ext cx="507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rPr>
              <a:t>并行</a:t>
            </a:r>
            <a:r>
              <a:rPr sz="874" b="1" i="0" lang="zh-CN" dirty="0">
                <a:solidFill>
                  <a:srgbClr val="154A97"/>
                </a:solidFill>
                <a:latin typeface="DejaVu Sans"/>
                <a:ea typeface="DejaVu Sans"/>
                <a:cs typeface="DejaVu Sans"/>
              </a:rPr>
              <a:t> ×3</a:t>
            </a:r>
          </a:p>
        </p:txBody>
      </p:sp>
      <p:sp>
        <p:nvSpPr>
          <p:cNvPr id="75" name="f_2a_0" descr="Editable line; source id f_2a_0"/>
          <p:cNvSpPr/>
          <p:nvPr/>
        </p:nvSpPr>
        <p:spPr>
          <a:xfrm>
            <a:off x="8993187" y="2790031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0" y="6000"/>
                </a:moveTo>
                <a:lnTo>
                  <a:pt x="4000" y="6000"/>
                </a:lnTo>
                <a:lnTo>
                  <a:pt x="4000" y="0"/>
                </a:lnTo>
                <a:lnTo>
                  <a:pt x="24000" y="8500"/>
                </a:lnTo>
                <a:lnTo>
                  <a:pt x="4000" y="17000"/>
                </a:lnTo>
                <a:lnTo>
                  <a:pt x="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3" descr="Editable shape; source id g3"/>
          <p:cNvSpPr/>
          <p:nvPr/>
        </p:nvSpPr>
        <p:spPr>
          <a:xfrm>
            <a:off x="5095874" y="5127624"/>
            <a:ext cx="5095874" cy="888999"/>
          </a:xfrm>
          <a:prstGeom prst="roundRect">
            <a:avLst>
              <a:gd name="adj" fmla="val 12500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3_l0" descr="Editable text; source id g3_l0"/>
          <p:cNvSpPr txBox="1"/>
          <p:nvPr/>
        </p:nvSpPr>
        <p:spPr>
          <a:xfrm>
            <a:off x="5135562" y="52546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并</a:t>
            </a:r>
          </a:p>
        </p:txBody>
      </p:sp>
      <p:sp>
        <p:nvSpPr>
          <p:cNvPr id="78" name="g3_l1" descr="Editable text; source id g3_l1"/>
          <p:cNvSpPr txBox="1"/>
          <p:nvPr/>
        </p:nvSpPr>
        <p:spPr>
          <a:xfrm>
            <a:off x="5135562" y="54609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行</a:t>
            </a:r>
          </a:p>
        </p:txBody>
      </p:sp>
      <p:sp>
        <p:nvSpPr>
          <p:cNvPr id="79" name="g3_l2" descr="Editable text; source id g3_l2"/>
          <p:cNvSpPr txBox="1"/>
          <p:nvPr/>
        </p:nvSpPr>
        <p:spPr>
          <a:xfrm>
            <a:off x="5135562" y="568324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rPr>
              <a:t>×3</a:t>
            </a:r>
          </a:p>
        </p:txBody>
      </p:sp>
      <p:sp>
        <p:nvSpPr>
          <p:cNvPr id="80" name="rv0_sh" descr="Editable shape; source id rv0_sh"/>
          <p:cNvSpPr/>
          <p:nvPr/>
        </p:nvSpPr>
        <p:spPr>
          <a:xfrm>
            <a:off x="5413374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v0" descr="Editable shape; source id rv0"/>
          <p:cNvSpPr/>
          <p:nvPr/>
        </p:nvSpPr>
        <p:spPr>
          <a:xfrm>
            <a:off x="5397499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rv0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0999" y="5320387"/>
            <a:ext cx="460374" cy="503473"/>
          </a:xfrm>
          <a:prstGeom prst="rect">
            <a:avLst/>
          </a:prstGeom>
          <a:effectLst/>
        </p:spPr>
      </p:pic>
      <p:sp>
        <p:nvSpPr>
          <p:cNvPr id="83" name="rv0_t" descr="Editable text; source id rv0_t"/>
          <p:cNvSpPr txBox="1"/>
          <p:nvPr/>
        </p:nvSpPr>
        <p:spPr>
          <a:xfrm>
            <a:off x="5984874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领域专家</a:t>
            </a:r>
          </a:p>
        </p:txBody>
      </p:sp>
      <p:sp>
        <p:nvSpPr>
          <p:cNvPr id="84" name="rv0_s0" descr="Editable text; source id rv0_s0"/>
          <p:cNvSpPr txBox="1"/>
          <p:nvPr/>
        </p:nvSpPr>
        <p:spPr>
          <a:xfrm>
            <a:off x="5984874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覆盖缺口</a:t>
            </a:r>
          </a:p>
        </p:txBody>
      </p:sp>
      <p:sp>
        <p:nvSpPr>
          <p:cNvPr id="85" name="rv0_s1" descr="Editable text; source id rv0_s1"/>
          <p:cNvSpPr txBox="1"/>
          <p:nvPr/>
        </p:nvSpPr>
        <p:spPr>
          <a:xfrm>
            <a:off x="5984874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分类合理性</a:t>
            </a:r>
          </a:p>
        </p:txBody>
      </p:sp>
      <p:sp>
        <p:nvSpPr>
          <p:cNvPr id="86" name="rv1_sh" descr="Editable shape; source id rv1_sh"/>
          <p:cNvSpPr/>
          <p:nvPr/>
        </p:nvSpPr>
        <p:spPr>
          <a:xfrm>
            <a:off x="7016749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v1" descr="Editable shape; source id rv1"/>
          <p:cNvSpPr/>
          <p:nvPr/>
        </p:nvSpPr>
        <p:spPr>
          <a:xfrm>
            <a:off x="7000874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rv1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4374" y="5358510"/>
            <a:ext cx="460374" cy="427227"/>
          </a:xfrm>
          <a:prstGeom prst="rect">
            <a:avLst/>
          </a:prstGeom>
          <a:effectLst/>
        </p:spPr>
      </p:pic>
      <p:sp>
        <p:nvSpPr>
          <p:cNvPr id="89" name="rv1_t" descr="Editable text; source id rv1_t"/>
          <p:cNvSpPr txBox="1"/>
          <p:nvPr/>
        </p:nvSpPr>
        <p:spPr>
          <a:xfrm>
            <a:off x="7588249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方法审查</a:t>
            </a:r>
          </a:p>
        </p:txBody>
      </p:sp>
      <p:sp>
        <p:nvSpPr>
          <p:cNvPr id="90" name="rv1_s0" descr="Editable text; source id rv1_s0"/>
          <p:cNvSpPr txBox="1"/>
          <p:nvPr/>
        </p:nvSpPr>
        <p:spPr>
          <a:xfrm>
            <a:off x="7588249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论断</a:t>
            </a: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引用绑定</a:t>
            </a:r>
          </a:p>
        </p:txBody>
      </p:sp>
      <p:sp>
        <p:nvSpPr>
          <p:cNvPr id="91" name="rv1_s1" descr="Editable text; source id rv1_s1"/>
          <p:cNvSpPr txBox="1"/>
          <p:nvPr/>
        </p:nvSpPr>
        <p:spPr>
          <a:xfrm>
            <a:off x="7588249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条件表数值</a:t>
            </a:r>
          </a:p>
        </p:txBody>
      </p:sp>
      <p:sp>
        <p:nvSpPr>
          <p:cNvPr id="92" name="rv2_sh" descr="Editable shape; source id rv2_sh"/>
          <p:cNvSpPr/>
          <p:nvPr/>
        </p:nvSpPr>
        <p:spPr>
          <a:xfrm>
            <a:off x="8620124" y="5214937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v2" descr="Editable shape; source id rv2"/>
          <p:cNvSpPr/>
          <p:nvPr/>
        </p:nvSpPr>
        <p:spPr>
          <a:xfrm>
            <a:off x="8604249" y="5175249"/>
            <a:ext cx="15239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rv2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49" y="5354410"/>
            <a:ext cx="460374" cy="435428"/>
          </a:xfrm>
          <a:prstGeom prst="rect">
            <a:avLst/>
          </a:prstGeom>
          <a:effectLst/>
        </p:spPr>
      </p:pic>
      <p:sp>
        <p:nvSpPr>
          <p:cNvPr id="95" name="rv2_t" descr="Editable text; source id rv2_t"/>
          <p:cNvSpPr txBox="1"/>
          <p:nvPr/>
        </p:nvSpPr>
        <p:spPr>
          <a:xfrm>
            <a:off x="9191624" y="5270499"/>
            <a:ext cx="873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期刊编辑</a:t>
            </a:r>
          </a:p>
        </p:txBody>
      </p:sp>
      <p:sp>
        <p:nvSpPr>
          <p:cNvPr id="96" name="rv2_s0" descr="Editable text; source id rv2_s0"/>
          <p:cNvSpPr txBox="1"/>
          <p:nvPr/>
        </p:nvSpPr>
        <p:spPr>
          <a:xfrm>
            <a:off x="9191624" y="5524499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版面与图表</a:t>
            </a:r>
          </a:p>
        </p:txBody>
      </p:sp>
      <p:sp>
        <p:nvSpPr>
          <p:cNvPr id="97" name="rv2_s1" descr="Editable text; source id rv2_s1"/>
          <p:cNvSpPr txBox="1"/>
          <p:nvPr/>
        </p:nvSpPr>
        <p:spPr>
          <a:xfrm>
            <a:off x="9191624" y="5699124"/>
            <a:ext cx="873124" cy="174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逐页审读</a:t>
            </a: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PDF</a:t>
            </a:r>
          </a:p>
        </p:txBody>
      </p:sp>
      <p:sp>
        <p:nvSpPr>
          <p:cNvPr id="98" name="iss_sh" descr="Editable shape; source id iss_sh"/>
          <p:cNvSpPr/>
          <p:nvPr/>
        </p:nvSpPr>
        <p:spPr>
          <a:xfrm>
            <a:off x="3238499" y="5214937"/>
            <a:ext cx="1587499" cy="793749"/>
          </a:xfrm>
          <a:prstGeom prst="roundRect">
            <a:avLst>
              <a:gd name="adj" fmla="val 14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iss" descr="Editable shape; source id iss"/>
          <p:cNvSpPr/>
          <p:nvPr/>
        </p:nvSpPr>
        <p:spPr>
          <a:xfrm>
            <a:off x="3222624" y="5175249"/>
            <a:ext cx="1587499" cy="7937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iss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6124" y="5362141"/>
            <a:ext cx="460374" cy="419965"/>
          </a:xfrm>
          <a:prstGeom prst="rect">
            <a:avLst/>
          </a:prstGeom>
          <a:effectLst/>
        </p:spPr>
      </p:pic>
      <p:sp>
        <p:nvSpPr>
          <p:cNvPr id="101" name="iss_t" descr="Editable text; source id iss_t"/>
          <p:cNvSpPr txBox="1"/>
          <p:nvPr/>
        </p:nvSpPr>
        <p:spPr>
          <a:xfrm>
            <a:off x="3809999" y="5262562"/>
            <a:ext cx="936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评审意见</a:t>
            </a:r>
          </a:p>
        </p:txBody>
      </p:sp>
      <p:sp>
        <p:nvSpPr>
          <p:cNvPr id="102" name="iss_s0" descr="Editable text; source id iss_s0"/>
          <p:cNvSpPr txBox="1"/>
          <p:nvPr/>
        </p:nvSpPr>
        <p:spPr>
          <a:xfrm>
            <a:off x="3809999" y="5516562"/>
            <a:ext cx="9366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按严重度分级</a:t>
            </a:r>
          </a:p>
        </p:txBody>
      </p:sp>
      <p:sp>
        <p:nvSpPr>
          <p:cNvPr id="103" name="iss_s1" descr="Editable text; source id iss_s1"/>
          <p:cNvSpPr txBox="1"/>
          <p:nvPr/>
        </p:nvSpPr>
        <p:spPr>
          <a:xfrm>
            <a:off x="3809999" y="5699124"/>
            <a:ext cx="9366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标注责任阶段</a:t>
            </a:r>
          </a:p>
        </p:txBody>
      </p:sp>
      <p:sp>
        <p:nvSpPr>
          <p:cNvPr id="104" name="verdict" descr="Editable shape; source id verdict"/>
          <p:cNvSpPr/>
          <p:nvPr/>
        </p:nvSpPr>
        <p:spPr>
          <a:xfrm>
            <a:off x="2000249" y="5191124"/>
            <a:ext cx="936624" cy="761999"/>
          </a:xfrm>
          <a:prstGeom prst="diamond">
            <a:avLst/>
          </a:prstGeom>
          <a:solidFill>
            <a:srgbClr val="FEF3D6"/>
          </a:solidFill>
          <a:ln w="1904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erdict_t" descr="Editable text; source id verdict_t"/>
          <p:cNvSpPr txBox="1"/>
          <p:nvPr/>
        </p:nvSpPr>
        <p:spPr>
          <a:xfrm>
            <a:off x="2254249" y="5397499"/>
            <a:ext cx="436562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裁决</a:t>
            </a:r>
          </a:p>
        </p:txBody>
      </p:sp>
      <p:sp>
        <p:nvSpPr>
          <p:cNvPr id="106" name="f_3a_0" descr="Editable line; source id f_3a_0"/>
          <p:cNvSpPr/>
          <p:nvPr/>
        </p:nvSpPr>
        <p:spPr>
          <a:xfrm>
            <a:off x="4865687" y="5504656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24000" y="11000"/>
                </a:moveTo>
                <a:lnTo>
                  <a:pt x="20000" y="11000"/>
                </a:lnTo>
                <a:lnTo>
                  <a:pt x="20000" y="17000"/>
                </a:lnTo>
                <a:lnTo>
                  <a:pt x="0" y="8500"/>
                </a:lnTo>
                <a:lnTo>
                  <a:pt x="20000" y="0"/>
                </a:lnTo>
                <a:lnTo>
                  <a:pt x="20000" y="6000"/>
                </a:lnTo>
                <a:lnTo>
                  <a:pt x="24000" y="6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_3b_0" descr="Editable line; source id f_3b_0"/>
          <p:cNvSpPr/>
          <p:nvPr/>
        </p:nvSpPr>
        <p:spPr>
          <a:xfrm>
            <a:off x="2992437" y="5504656"/>
            <a:ext cx="190500" cy="134937"/>
          </a:xfrm>
          <a:custGeom>
            <a:avLst/>
            <a:gdLst/>
            <a:ahLst/>
            <a:cxnLst/>
            <a:rect l="l" t="t" r="r" b="b"/>
            <a:pathLst>
              <a:path w="24000" h="17000">
                <a:moveTo>
                  <a:pt x="24000" y="11000"/>
                </a:moveTo>
                <a:lnTo>
                  <a:pt x="20000" y="11000"/>
                </a:lnTo>
                <a:lnTo>
                  <a:pt x="20000" y="17000"/>
                </a:lnTo>
                <a:lnTo>
                  <a:pt x="0" y="8500"/>
                </a:lnTo>
                <a:lnTo>
                  <a:pt x="20000" y="0"/>
                </a:lnTo>
                <a:lnTo>
                  <a:pt x="20000" y="6000"/>
                </a:lnTo>
                <a:lnTo>
                  <a:pt x="24000" y="6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hub_sh" descr="Editable shape; source id hub_sh"/>
          <p:cNvSpPr/>
          <p:nvPr/>
        </p:nvSpPr>
        <p:spPr>
          <a:xfrm>
            <a:off x="4667249" y="1881187"/>
            <a:ext cx="2889249" cy="2651124"/>
          </a:xfrm>
          <a:prstGeom prst="roundRect">
            <a:avLst>
              <a:gd name="adj" fmla="val 5389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hub" descr="Editable shape; source id hub"/>
          <p:cNvSpPr/>
          <p:nvPr/>
        </p:nvSpPr>
        <p:spPr>
          <a:xfrm>
            <a:off x="4651374" y="1841499"/>
            <a:ext cx="2889249" cy="2651124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9049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hub_orc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0700" y="1920874"/>
            <a:ext cx="976099" cy="1079499"/>
          </a:xfrm>
          <a:prstGeom prst="rect">
            <a:avLst/>
          </a:prstGeom>
          <a:effectLst/>
        </p:spPr>
      </p:pic>
      <p:sp>
        <p:nvSpPr>
          <p:cNvPr id="111" name="hub_t" descr="Editable text; source id hub_t"/>
          <p:cNvSpPr txBox="1"/>
          <p:nvPr/>
        </p:nvSpPr>
        <p:spPr>
          <a:xfrm>
            <a:off x="5794374" y="2016124"/>
            <a:ext cx="1650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编排器</a:t>
            </a:r>
          </a:p>
        </p:txBody>
      </p:sp>
      <p:sp>
        <p:nvSpPr>
          <p:cNvPr id="112" name="hub_s0" descr="Editable text; source id hub_s0"/>
          <p:cNvSpPr txBox="1"/>
          <p:nvPr/>
        </p:nvSpPr>
        <p:spPr>
          <a:xfrm>
            <a:off x="5794374" y="2349499"/>
            <a:ext cx="1650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建账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任务分派</a:t>
            </a:r>
          </a:p>
        </p:txBody>
      </p:sp>
      <p:sp>
        <p:nvSpPr>
          <p:cNvPr id="113" name="hub_s1" descr="Editable text; source id hub_s1"/>
          <p:cNvSpPr txBox="1"/>
          <p:nvPr/>
        </p:nvSpPr>
        <p:spPr>
          <a:xfrm>
            <a:off x="5794374" y="2555874"/>
            <a:ext cx="1650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闸门校验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问题路由</a:t>
            </a:r>
          </a:p>
        </p:txBody>
      </p:sp>
      <p:cxnSp>
        <p:nvCxnSpPr>
          <p:cNvPr id="114" name="hub_div" descr="Editable line; source id hub_div"/>
          <p:cNvCxnSpPr/>
          <p:nvPr/>
        </p:nvCxnSpPr>
        <p:spPr>
          <a:xfrm>
            <a:off x="4762499" y="3047999"/>
            <a:ext cx="2667000" cy="0"/>
          </a:xfrm>
          <a:prstGeom prst="line">
            <a:avLst/>
          </a:prstGeom>
          <a:ln w="15874">
            <a:solidFill>
              <a:srgbClr val="C9D3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hub_led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499" y="3143592"/>
            <a:ext cx="412749" cy="285064"/>
          </a:xfrm>
          <a:prstGeom prst="rect">
            <a:avLst/>
          </a:prstGeom>
          <a:effectLst/>
        </p:spPr>
      </p:pic>
      <p:sp>
        <p:nvSpPr>
          <p:cNvPr id="116" name="hub_lt" descr="Editable text; source id hub_lt"/>
          <p:cNvSpPr txBox="1"/>
          <p:nvPr/>
        </p:nvSpPr>
        <p:spPr>
          <a:xfrm>
            <a:off x="5238749" y="3079749"/>
            <a:ext cx="220662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运行账本</a:t>
            </a:r>
            <a:r>
              <a: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ledger.json</a:t>
            </a:r>
          </a:p>
        </p:txBody>
      </p:sp>
      <p:sp>
        <p:nvSpPr>
          <p:cNvPr id="117" name="hub_ls" descr="Editable text; source id hub_ls"/>
          <p:cNvSpPr txBox="1"/>
          <p:nvPr/>
        </p:nvSpPr>
        <p:spPr>
          <a:xfrm>
            <a:off x="5238749" y="3317874"/>
            <a:ext cx="220662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✓ PASS 6 · △ WARN 3 · 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降级须入账</a:t>
            </a:r>
          </a:p>
        </p:txBody>
      </p:sp>
      <p:sp>
        <p:nvSpPr>
          <p:cNvPr id="118" name="gate0" descr="Editable shape; source id gate0"/>
          <p:cNvSpPr/>
          <p:nvPr/>
        </p:nvSpPr>
        <p:spPr>
          <a:xfrm>
            <a:off x="4762499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ate0_t" descr="Editable text; source id gate0_t"/>
          <p:cNvSpPr txBox="1"/>
          <p:nvPr/>
        </p:nvSpPr>
        <p:spPr>
          <a:xfrm>
            <a:off x="4778374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范围确认</a:t>
            </a:r>
          </a:p>
        </p:txBody>
      </p:sp>
      <p:sp>
        <p:nvSpPr>
          <p:cNvPr id="120" name="gate1" descr="Editable shape; source id gate1"/>
          <p:cNvSpPr/>
          <p:nvPr/>
        </p:nvSpPr>
        <p:spPr>
          <a:xfrm>
            <a:off x="5675312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ate1_t" descr="Editable text; source id gate1_t"/>
          <p:cNvSpPr txBox="1"/>
          <p:nvPr/>
        </p:nvSpPr>
        <p:spPr>
          <a:xfrm>
            <a:off x="5691187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文献覆盖</a:t>
            </a:r>
          </a:p>
        </p:txBody>
      </p:sp>
      <p:sp>
        <p:nvSpPr>
          <p:cNvPr id="122" name="gate2" descr="Editable shape; source id gate2"/>
          <p:cNvSpPr/>
          <p:nvPr/>
        </p:nvSpPr>
        <p:spPr>
          <a:xfrm>
            <a:off x="6580187" y="355599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te2_t" descr="Editable text; source id gate2_t"/>
          <p:cNvSpPr txBox="1"/>
          <p:nvPr/>
        </p:nvSpPr>
        <p:spPr>
          <a:xfrm>
            <a:off x="6596062" y="35559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范式库</a:t>
            </a:r>
          </a:p>
        </p:txBody>
      </p:sp>
      <p:sp>
        <p:nvSpPr>
          <p:cNvPr id="124" name="gate3" descr="Editable shape; source id gate3"/>
          <p:cNvSpPr/>
          <p:nvPr/>
        </p:nvSpPr>
        <p:spPr>
          <a:xfrm>
            <a:off x="4762499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ate3_t" descr="Editable text; source id gate3_t"/>
          <p:cNvSpPr txBox="1"/>
          <p:nvPr/>
        </p:nvSpPr>
        <p:spPr>
          <a:xfrm>
            <a:off x="4778374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引用完整</a:t>
            </a:r>
          </a:p>
        </p:txBody>
      </p:sp>
      <p:sp>
        <p:nvSpPr>
          <p:cNvPr id="126" name="gate4" descr="Editable shape; source id gate4"/>
          <p:cNvSpPr/>
          <p:nvPr/>
        </p:nvSpPr>
        <p:spPr>
          <a:xfrm>
            <a:off x="5675312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ate4_t" descr="Editable text; source id gate4_t"/>
          <p:cNvSpPr txBox="1"/>
          <p:nvPr/>
        </p:nvSpPr>
        <p:spPr>
          <a:xfrm>
            <a:off x="5691187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证据分类</a:t>
            </a:r>
          </a:p>
        </p:txBody>
      </p:sp>
      <p:sp>
        <p:nvSpPr>
          <p:cNvPr id="128" name="gate5" descr="Editable shape; source id gate5"/>
          <p:cNvSpPr/>
          <p:nvPr/>
        </p:nvSpPr>
        <p:spPr>
          <a:xfrm>
            <a:off x="6580187" y="3857624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ate5_t" descr="Editable text; source id gate5_t"/>
          <p:cNvSpPr txBox="1"/>
          <p:nvPr/>
        </p:nvSpPr>
        <p:spPr>
          <a:xfrm>
            <a:off x="6596062" y="3857624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图表就绪</a:t>
            </a:r>
          </a:p>
        </p:txBody>
      </p:sp>
      <p:sp>
        <p:nvSpPr>
          <p:cNvPr id="130" name="gate6" descr="Editable shape; source id gate6"/>
          <p:cNvSpPr/>
          <p:nvPr/>
        </p:nvSpPr>
        <p:spPr>
          <a:xfrm>
            <a:off x="4762499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ate6_t" descr="Editable text; source id gate6_t"/>
          <p:cNvSpPr txBox="1"/>
          <p:nvPr/>
        </p:nvSpPr>
        <p:spPr>
          <a:xfrm>
            <a:off x="4778374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A8690A"/>
                </a:solidFill>
                <a:latin typeface="DejaVu Sans"/>
                <a:ea typeface="DejaVu Sans"/>
                <a:cs typeface="DejaVu Sans"/>
              </a:rPr>
              <a:t>△ </a:t>
            </a:r>
            <a:r>
              <a:rPr sz="874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方案评审</a:t>
            </a:r>
          </a:p>
        </p:txBody>
      </p:sp>
      <p:sp>
        <p:nvSpPr>
          <p:cNvPr id="132" name="gate7" descr="Editable shape; source id gate7"/>
          <p:cNvSpPr/>
          <p:nvPr/>
        </p:nvSpPr>
        <p:spPr>
          <a:xfrm>
            <a:off x="5675312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ate7_t" descr="Editable text; source id gate7_t"/>
          <p:cNvSpPr txBox="1"/>
          <p:nvPr/>
        </p:nvSpPr>
        <p:spPr>
          <a:xfrm>
            <a:off x="5691187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稿件完成</a:t>
            </a:r>
          </a:p>
        </p:txBody>
      </p:sp>
      <p:sp>
        <p:nvSpPr>
          <p:cNvPr id="134" name="gate8" descr="Editable shape; source id gate8"/>
          <p:cNvSpPr/>
          <p:nvPr/>
        </p:nvSpPr>
        <p:spPr>
          <a:xfrm>
            <a:off x="6580187" y="4159249"/>
            <a:ext cx="849312" cy="253999"/>
          </a:xfrm>
          <a:prstGeom prst="roundRect">
            <a:avLst>
              <a:gd name="adj" fmla="val 28125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ate8_t" descr="Editable text; source id gate8_t"/>
          <p:cNvSpPr txBox="1"/>
          <p:nvPr/>
        </p:nvSpPr>
        <p:spPr>
          <a:xfrm>
            <a:off x="6596062" y="415924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✓ </a:t>
            </a:r>
            <a:r>
              <a:rPr sz="874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终审通过</a:t>
            </a:r>
          </a:p>
        </p:txBody>
      </p:sp>
      <p:sp>
        <p:nvSpPr>
          <p:cNvPr id="136" name="f_12_0" descr="Editable line; source id f_12_0"/>
          <p:cNvSpPr/>
          <p:nvPr/>
        </p:nvSpPr>
        <p:spPr>
          <a:xfrm>
            <a:off x="4325937" y="1615281"/>
            <a:ext cx="3524250" cy="134937"/>
          </a:xfrm>
          <a:custGeom>
            <a:avLst/>
            <a:gdLst/>
            <a:ahLst/>
            <a:cxnLst/>
            <a:rect l="l" t="t" r="r" b="b"/>
            <a:pathLst>
              <a:path w="444000" h="17000">
                <a:moveTo>
                  <a:pt x="0" y="6000"/>
                </a:moveTo>
                <a:lnTo>
                  <a:pt x="424000" y="6000"/>
                </a:lnTo>
                <a:lnTo>
                  <a:pt x="424000" y="0"/>
                </a:lnTo>
                <a:lnTo>
                  <a:pt x="444000" y="8500"/>
                </a:lnTo>
                <a:lnTo>
                  <a:pt x="424000" y="17000"/>
                </a:lnTo>
                <a:lnTo>
                  <a:pt x="424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_12" descr="Editable shape; source id t_12"/>
          <p:cNvSpPr/>
          <p:nvPr/>
        </p:nvSpPr>
        <p:spPr>
          <a:xfrm>
            <a:off x="5318124" y="1547812"/>
            <a:ext cx="1563687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6D8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_12_t" descr="Editable text; source id t_12_t"/>
          <p:cNvSpPr txBox="1"/>
          <p:nvPr/>
        </p:nvSpPr>
        <p:spPr>
          <a:xfrm>
            <a:off x="5397499" y="1587499"/>
            <a:ext cx="1404937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4754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475467"/>
                </a:solidFill>
                <a:latin typeface="Noto Sans CJK SC"/>
                <a:ea typeface="Noto Sans CJK SC"/>
                <a:cs typeface="Noto Sans CJK SC"/>
              </a:rPr>
              <a:t>闸门通过后进入下一阶段</a:t>
            </a:r>
          </a:p>
        </p:txBody>
      </p:sp>
      <p:cxnSp>
        <p:nvCxnSpPr>
          <p:cNvPr id="139" name="f_23_0" descr="Editable line; source id f_23_0"/>
          <p:cNvCxnSpPr/>
          <p:nvPr/>
        </p:nvCxnSpPr>
        <p:spPr>
          <a:xfrm>
            <a:off x="11001374" y="3833812"/>
            <a:ext cx="0" cy="182562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f_23_1" descr="Editable line; source id f_23_1"/>
          <p:cNvCxnSpPr/>
          <p:nvPr/>
        </p:nvCxnSpPr>
        <p:spPr>
          <a:xfrm>
            <a:off x="11001374" y="4016374"/>
            <a:ext cx="7938" cy="166688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f_23_2" descr="Editable line; source id f_23_2"/>
          <p:cNvCxnSpPr/>
          <p:nvPr/>
        </p:nvCxnSpPr>
        <p:spPr>
          <a:xfrm>
            <a:off x="11009312" y="4183062"/>
            <a:ext cx="0" cy="158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f_23_3" descr="Editable line; source id f_23_3"/>
          <p:cNvCxnSpPr/>
          <p:nvPr/>
        </p:nvCxnSpPr>
        <p:spPr>
          <a:xfrm>
            <a:off x="11009312" y="4341812"/>
            <a:ext cx="7937" cy="150812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_23_4" descr="Editable line; source id f_23_4"/>
          <p:cNvCxnSpPr/>
          <p:nvPr/>
        </p:nvCxnSpPr>
        <p:spPr>
          <a:xfrm>
            <a:off x="11017249" y="4492624"/>
            <a:ext cx="7938" cy="134938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_23_5" descr="Editable line; source id f_23_5"/>
          <p:cNvCxnSpPr/>
          <p:nvPr/>
        </p:nvCxnSpPr>
        <p:spPr>
          <a:xfrm>
            <a:off x="11025187" y="4627562"/>
            <a:ext cx="0" cy="134937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_23_6" descr="Editable line; source id f_23_6"/>
          <p:cNvCxnSpPr/>
          <p:nvPr/>
        </p:nvCxnSpPr>
        <p:spPr>
          <a:xfrm>
            <a:off x="11025187" y="4762499"/>
            <a:ext cx="7937" cy="1111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f_23_7" descr="Editable line; source id f_23_7"/>
          <p:cNvCxnSpPr/>
          <p:nvPr/>
        </p:nvCxnSpPr>
        <p:spPr>
          <a:xfrm flipH="1">
            <a:off x="11025187" y="4873624"/>
            <a:ext cx="7937" cy="1111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f_23_8" descr="Editable line; source id f_23_8"/>
          <p:cNvCxnSpPr/>
          <p:nvPr/>
        </p:nvCxnSpPr>
        <p:spPr>
          <a:xfrm flipH="1">
            <a:off x="11017249" y="4984749"/>
            <a:ext cx="7938" cy="952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f_23_9" descr="Editable line; source id f_23_9"/>
          <p:cNvCxnSpPr/>
          <p:nvPr/>
        </p:nvCxnSpPr>
        <p:spPr>
          <a:xfrm flipH="1">
            <a:off x="11009312" y="5079999"/>
            <a:ext cx="7937" cy="87313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f_23_10" descr="Editable line; source id f_23_10"/>
          <p:cNvCxnSpPr/>
          <p:nvPr/>
        </p:nvCxnSpPr>
        <p:spPr>
          <a:xfrm flipH="1">
            <a:off x="10985499" y="5167312"/>
            <a:ext cx="23813" cy="7937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_23_11" descr="Editable line; source id f_23_11"/>
          <p:cNvCxnSpPr/>
          <p:nvPr/>
        </p:nvCxnSpPr>
        <p:spPr>
          <a:xfrm flipH="1">
            <a:off x="10961687" y="5246687"/>
            <a:ext cx="23812" cy="71437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f_23_12" descr="Editable line; source id f_23_12"/>
          <p:cNvCxnSpPr/>
          <p:nvPr/>
        </p:nvCxnSpPr>
        <p:spPr>
          <a:xfrm flipH="1">
            <a:off x="10929937" y="5318124"/>
            <a:ext cx="31750" cy="6350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f_23_13" descr="Editable line; source id f_23_13"/>
          <p:cNvCxnSpPr/>
          <p:nvPr/>
        </p:nvCxnSpPr>
        <p:spPr>
          <a:xfrm flipH="1">
            <a:off x="10882312" y="5381624"/>
            <a:ext cx="47625" cy="476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f_23_14" descr="Editable line; source id f_23_14"/>
          <p:cNvCxnSpPr/>
          <p:nvPr/>
        </p:nvCxnSpPr>
        <p:spPr>
          <a:xfrm flipH="1">
            <a:off x="10826749" y="5429249"/>
            <a:ext cx="55563" cy="4762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f_23_15" descr="Editable line; source id f_23_15"/>
          <p:cNvCxnSpPr/>
          <p:nvPr/>
        </p:nvCxnSpPr>
        <p:spPr>
          <a:xfrm flipH="1">
            <a:off x="10755312" y="5476874"/>
            <a:ext cx="71437" cy="31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f_23_16" descr="Editable line; source id f_23_16"/>
          <p:cNvCxnSpPr/>
          <p:nvPr/>
        </p:nvCxnSpPr>
        <p:spPr>
          <a:xfrm flipH="1">
            <a:off x="10675937" y="5508624"/>
            <a:ext cx="79375" cy="31750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f_23_17" descr="Editable line; source id f_23_17"/>
          <p:cNvCxnSpPr/>
          <p:nvPr/>
        </p:nvCxnSpPr>
        <p:spPr>
          <a:xfrm flipH="1">
            <a:off x="10580687" y="5540374"/>
            <a:ext cx="95250" cy="15875"/>
          </a:xfrm>
          <a:prstGeom prst="line">
            <a:avLst/>
          </a:prstGeom>
          <a:ln w="39687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f_23_18" descr="Editable line; source id f_23_18"/>
          <p:cNvSpPr/>
          <p:nvPr/>
        </p:nvSpPr>
        <p:spPr>
          <a:xfrm>
            <a:off x="10342562" y="5494242"/>
            <a:ext cx="239443" cy="134644"/>
          </a:xfrm>
          <a:custGeom>
            <a:avLst/>
            <a:gdLst/>
            <a:ahLst/>
            <a:cxnLst/>
            <a:rect l="l" t="t" r="r" b="b"/>
            <a:pathLst>
              <a:path w="30166" h="16963">
                <a:moveTo>
                  <a:pt x="30166" y="10306"/>
                </a:moveTo>
                <a:lnTo>
                  <a:pt x="20122" y="10976"/>
                </a:lnTo>
                <a:lnTo>
                  <a:pt x="20521" y="16963"/>
                </a:lnTo>
                <a:lnTo>
                  <a:pt x="0" y="9812"/>
                </a:lnTo>
                <a:lnTo>
                  <a:pt x="19390" y="0"/>
                </a:lnTo>
                <a:lnTo>
                  <a:pt x="19789" y="5987"/>
                </a:lnTo>
                <a:lnTo>
                  <a:pt x="29834" y="5318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ret_0" descr="Editable line; source id ret_0"/>
          <p:cNvCxnSpPr/>
          <p:nvPr/>
        </p:nvCxnSpPr>
        <p:spPr>
          <a:xfrm flipH="1">
            <a:off x="1714499" y="5572124"/>
            <a:ext cx="150813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ret_1" descr="Editable line; source id ret_1"/>
          <p:cNvCxnSpPr/>
          <p:nvPr/>
        </p:nvCxnSpPr>
        <p:spPr>
          <a:xfrm flipH="1" flipV="1">
            <a:off x="1579562" y="5564187"/>
            <a:ext cx="134937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ret_2" descr="Editable line; source id ret_2"/>
          <p:cNvCxnSpPr/>
          <p:nvPr/>
        </p:nvCxnSpPr>
        <p:spPr>
          <a:xfrm flipH="1" flipV="1">
            <a:off x="1460499" y="5548312"/>
            <a:ext cx="119063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ret_3" descr="Editable line; source id ret_3"/>
          <p:cNvCxnSpPr/>
          <p:nvPr/>
        </p:nvCxnSpPr>
        <p:spPr>
          <a:xfrm flipH="1" flipV="1">
            <a:off x="1349374" y="5532437"/>
            <a:ext cx="111125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ret_4" descr="Editable line; source id ret_4"/>
          <p:cNvCxnSpPr/>
          <p:nvPr/>
        </p:nvCxnSpPr>
        <p:spPr>
          <a:xfrm flipH="1" flipV="1">
            <a:off x="1262062" y="5508624"/>
            <a:ext cx="87312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ret_5" descr="Editable line; source id ret_5"/>
          <p:cNvCxnSpPr/>
          <p:nvPr/>
        </p:nvCxnSpPr>
        <p:spPr>
          <a:xfrm flipH="1" flipV="1">
            <a:off x="1174749" y="5476874"/>
            <a:ext cx="87313" cy="31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ret_6" descr="Editable line; source id ret_6"/>
          <p:cNvCxnSpPr/>
          <p:nvPr/>
        </p:nvCxnSpPr>
        <p:spPr>
          <a:xfrm flipH="1" flipV="1">
            <a:off x="1111249" y="5437187"/>
            <a:ext cx="63500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ret_7" descr="Editable line; source id ret_7"/>
          <p:cNvCxnSpPr/>
          <p:nvPr/>
        </p:nvCxnSpPr>
        <p:spPr>
          <a:xfrm flipH="1" flipV="1">
            <a:off x="1055687" y="5389562"/>
            <a:ext cx="55562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ret_8" descr="Editable line; source id ret_8"/>
          <p:cNvCxnSpPr/>
          <p:nvPr/>
        </p:nvCxnSpPr>
        <p:spPr>
          <a:xfrm flipH="1" flipV="1">
            <a:off x="1008062" y="5333999"/>
            <a:ext cx="47625" cy="555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ret_9" descr="Editable line; source id ret_9"/>
          <p:cNvCxnSpPr/>
          <p:nvPr/>
        </p:nvCxnSpPr>
        <p:spPr>
          <a:xfrm flipH="1" flipV="1">
            <a:off x="968374" y="5262562"/>
            <a:ext cx="39688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ret_10" descr="Editable line; source id ret_10"/>
          <p:cNvCxnSpPr/>
          <p:nvPr/>
        </p:nvCxnSpPr>
        <p:spPr>
          <a:xfrm flipH="1" flipV="1">
            <a:off x="936624" y="5183187"/>
            <a:ext cx="31750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ret_11" descr="Editable line; source id ret_11"/>
          <p:cNvCxnSpPr/>
          <p:nvPr/>
        </p:nvCxnSpPr>
        <p:spPr>
          <a:xfrm flipH="1" flipV="1">
            <a:off x="912812" y="5095874"/>
            <a:ext cx="23812" cy="873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et_12" descr="Editable line; source id ret_12"/>
          <p:cNvCxnSpPr/>
          <p:nvPr/>
        </p:nvCxnSpPr>
        <p:spPr>
          <a:xfrm flipH="1" flipV="1">
            <a:off x="896937" y="4984749"/>
            <a:ext cx="15875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ret_13" descr="Editable line; source id ret_13"/>
          <p:cNvCxnSpPr/>
          <p:nvPr/>
        </p:nvCxnSpPr>
        <p:spPr>
          <a:xfrm flipH="1" flipV="1">
            <a:off x="881062" y="4873624"/>
            <a:ext cx="15875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t_14" descr="Editable line; source id ret_14"/>
          <p:cNvCxnSpPr/>
          <p:nvPr/>
        </p:nvCxnSpPr>
        <p:spPr>
          <a:xfrm flipV="1">
            <a:off x="881062" y="4738687"/>
            <a:ext cx="0" cy="134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ret_15" descr="Editable line; source id ret_15"/>
          <p:cNvCxnSpPr/>
          <p:nvPr/>
        </p:nvCxnSpPr>
        <p:spPr>
          <a:xfrm flipH="1" flipV="1">
            <a:off x="873124" y="4595812"/>
            <a:ext cx="7938" cy="142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t_16" descr="Editable line; source id ret_16"/>
          <p:cNvCxnSpPr/>
          <p:nvPr/>
        </p:nvCxnSpPr>
        <p:spPr>
          <a:xfrm flipV="1">
            <a:off x="873124" y="4437062"/>
            <a:ext cx="0" cy="158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t_17" descr="Editable line; source id ret_17"/>
          <p:cNvCxnSpPr/>
          <p:nvPr/>
        </p:nvCxnSpPr>
        <p:spPr>
          <a:xfrm flipV="1">
            <a:off x="873124" y="4262437"/>
            <a:ext cx="0" cy="174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t_18" descr="Editable line; source id ret_18"/>
          <p:cNvSpPr/>
          <p:nvPr/>
        </p:nvSpPr>
        <p:spPr>
          <a:xfrm>
            <a:off x="793750" y="3857625"/>
            <a:ext cx="158750" cy="404812"/>
          </a:xfrm>
          <a:custGeom>
            <a:avLst/>
            <a:gdLst/>
            <a:ahLst/>
            <a:cxnLst/>
            <a:rect l="l" t="t" r="r" b="b"/>
            <a:pathLst>
              <a:path w="20000" h="51000">
                <a:moveTo>
                  <a:pt x="7000" y="51000"/>
                </a:moveTo>
                <a:lnTo>
                  <a:pt x="7000" y="24000"/>
                </a:lnTo>
                <a:lnTo>
                  <a:pt x="0" y="24000"/>
                </a:lnTo>
                <a:lnTo>
                  <a:pt x="10000" y="0"/>
                </a:lnTo>
                <a:lnTo>
                  <a:pt x="20000" y="24000"/>
                </a:lnTo>
                <a:lnTo>
                  <a:pt x="13000" y="24000"/>
                </a:lnTo>
                <a:lnTo>
                  <a:pt x="13000" y="510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_ret" descr="Editable shape; source id t_ret"/>
          <p:cNvSpPr/>
          <p:nvPr/>
        </p:nvSpPr>
        <p:spPr>
          <a:xfrm>
            <a:off x="1722437" y="3984624"/>
            <a:ext cx="1317624" cy="285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_ret_t" descr="Editable text; source id t_ret_t"/>
          <p:cNvSpPr txBox="1"/>
          <p:nvPr/>
        </p:nvSpPr>
        <p:spPr>
          <a:xfrm>
            <a:off x="1801812" y="4024312"/>
            <a:ext cx="1158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评审意见定向返修</a:t>
            </a:r>
          </a:p>
        </p:txBody>
      </p:sp>
      <p:sp>
        <p:nvSpPr>
          <p:cNvPr id="179" name="t_ret2" descr="Editable shape; source id t_ret2"/>
          <p:cNvSpPr/>
          <p:nvPr/>
        </p:nvSpPr>
        <p:spPr>
          <a:xfrm>
            <a:off x="1563687" y="4302124"/>
            <a:ext cx="1635124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_ret2_t" descr="Editable text; source id t_ret2_t"/>
          <p:cNvSpPr txBox="1"/>
          <p:nvPr/>
        </p:nvSpPr>
        <p:spPr>
          <a:xfrm>
            <a:off x="1643062" y="4333874"/>
            <a:ext cx="1476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仅重跑责任阶段</a:t>
            </a:r>
            <a:r>
              <a:rPr sz="874" b="0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74" b="0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至多</a:t>
            </a:r>
            <a:r>
              <a:rPr sz="874" b="0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874" b="0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轮</a:t>
            </a:r>
          </a:p>
        </p:txBody>
      </p:sp>
      <p:cxnSp>
        <p:nvCxnSpPr>
          <p:cNvPr id="181" name="f_d1_0" descr="Editable line; source id f_d1_0"/>
          <p:cNvCxnSpPr/>
          <p:nvPr/>
        </p:nvCxnSpPr>
        <p:spPr>
          <a:xfrm flipH="1">
            <a:off x="4325937" y="2381249"/>
            <a:ext cx="293687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f_d2_0" descr="Editable line; source id f_d2_0"/>
          <p:cNvCxnSpPr/>
          <p:nvPr/>
        </p:nvCxnSpPr>
        <p:spPr>
          <a:xfrm>
            <a:off x="7572374" y="2381249"/>
            <a:ext cx="293688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f_d3_0" descr="Editable line; source id f_d3_0"/>
          <p:cNvCxnSpPr/>
          <p:nvPr/>
        </p:nvCxnSpPr>
        <p:spPr>
          <a:xfrm>
            <a:off x="5524499" y="4524374"/>
            <a:ext cx="0" cy="174625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_w1_0" descr="Editable line; source id f_w1_0"/>
          <p:cNvSpPr/>
          <p:nvPr/>
        </p:nvSpPr>
        <p:spPr>
          <a:xfrm>
            <a:off x="4318000" y="3452812"/>
            <a:ext cx="293687" cy="79375"/>
          </a:xfrm>
          <a:custGeom>
            <a:avLst/>
            <a:gdLst/>
            <a:ahLst/>
            <a:cxnLst/>
            <a:rect l="l" t="t" r="r" b="b"/>
            <a:pathLst>
              <a:path w="37000" h="10000">
                <a:moveTo>
                  <a:pt x="0" y="4000"/>
                </a:moveTo>
                <a:lnTo>
                  <a:pt x="25000" y="4000"/>
                </a:lnTo>
                <a:lnTo>
                  <a:pt x="25000" y="0"/>
                </a:lnTo>
                <a:lnTo>
                  <a:pt x="37000" y="5000"/>
                </a:lnTo>
                <a:lnTo>
                  <a:pt x="25000" y="10000"/>
                </a:lnTo>
                <a:lnTo>
                  <a:pt x="25000" y="6000"/>
                </a:lnTo>
                <a:lnTo>
                  <a:pt x="0" y="6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_w2_0" descr="Editable line; source id f_w2_0"/>
          <p:cNvSpPr/>
          <p:nvPr/>
        </p:nvSpPr>
        <p:spPr>
          <a:xfrm>
            <a:off x="7580312" y="3452812"/>
            <a:ext cx="293687" cy="79375"/>
          </a:xfrm>
          <a:custGeom>
            <a:avLst/>
            <a:gdLst/>
            <a:ahLst/>
            <a:cxnLst/>
            <a:rect l="l" t="t" r="r" b="b"/>
            <a:pathLst>
              <a:path w="37000" h="10000">
                <a:moveTo>
                  <a:pt x="37000" y="6000"/>
                </a:moveTo>
                <a:lnTo>
                  <a:pt x="12000" y="60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000"/>
                </a:lnTo>
                <a:lnTo>
                  <a:pt x="37000" y="4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_w3_0" descr="Editable line; source id f_w3_0"/>
          <p:cNvSpPr/>
          <p:nvPr/>
        </p:nvSpPr>
        <p:spPr>
          <a:xfrm>
            <a:off x="6627812" y="4532312"/>
            <a:ext cx="79375" cy="166687"/>
          </a:xfrm>
          <a:custGeom>
            <a:avLst/>
            <a:gdLst/>
            <a:ahLst/>
            <a:cxnLst/>
            <a:rect l="l" t="t" r="r" b="b"/>
            <a:pathLst>
              <a:path w="10000" h="21000">
                <a:moveTo>
                  <a:pt x="4000" y="21000"/>
                </a:moveTo>
                <a:lnTo>
                  <a:pt x="4000" y="12000"/>
                </a:lnTo>
                <a:lnTo>
                  <a:pt x="0" y="12000"/>
                </a:lnTo>
                <a:lnTo>
                  <a:pt x="5000" y="0"/>
                </a:lnTo>
                <a:lnTo>
                  <a:pt x="10000" y="12000"/>
                </a:lnTo>
                <a:lnTo>
                  <a:pt x="6000" y="12000"/>
                </a:lnTo>
                <a:lnTo>
                  <a:pt x="6000" y="21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_pass_0" descr="Editable line; source id f_pass_0"/>
          <p:cNvSpPr/>
          <p:nvPr/>
        </p:nvSpPr>
        <p:spPr>
          <a:xfrm>
            <a:off x="2401094" y="5992812"/>
            <a:ext cx="134937" cy="222250"/>
          </a:xfrm>
          <a:custGeom>
            <a:avLst/>
            <a:gdLst/>
            <a:ahLst/>
            <a:cxnLst/>
            <a:rect l="l" t="t" r="r" b="b"/>
            <a:pathLst>
              <a:path w="17000" h="28000">
                <a:moveTo>
                  <a:pt x="11000" y="0"/>
                </a:moveTo>
                <a:lnTo>
                  <a:pt x="11000" y="8000"/>
                </a:lnTo>
                <a:lnTo>
                  <a:pt x="17000" y="8000"/>
                </a:lnTo>
                <a:lnTo>
                  <a:pt x="8500" y="28000"/>
                </a:lnTo>
                <a:lnTo>
                  <a:pt x="0" y="8000"/>
                </a:lnTo>
                <a:lnTo>
                  <a:pt x="6000" y="8000"/>
                </a:lnTo>
                <a:lnTo>
                  <a:pt x="60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_pass" descr="Editable shape; source id t_pass"/>
          <p:cNvSpPr/>
          <p:nvPr/>
        </p:nvSpPr>
        <p:spPr>
          <a:xfrm>
            <a:off x="2659062" y="6000749"/>
            <a:ext cx="5397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_pass_t" descr="Editable text; source id t_pass_t"/>
          <p:cNvSpPr txBox="1"/>
          <p:nvPr/>
        </p:nvSpPr>
        <p:spPr>
          <a:xfrm>
            <a:off x="2738437" y="6032499"/>
            <a:ext cx="380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74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PASS</a:t>
            </a:r>
          </a:p>
        </p:txBody>
      </p:sp>
      <p:sp>
        <p:nvSpPr>
          <p:cNvPr id="190" name="deliver_sh" descr="Editable shape; source id deliver_sh"/>
          <p:cNvSpPr/>
          <p:nvPr/>
        </p:nvSpPr>
        <p:spPr>
          <a:xfrm>
            <a:off x="492124" y="6310312"/>
            <a:ext cx="4127499" cy="507999"/>
          </a:xfrm>
          <a:prstGeom prst="roundRect">
            <a:avLst>
              <a:gd name="adj" fmla="val 21875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eliver" descr="Editable shape; source id deliver"/>
          <p:cNvSpPr/>
          <p:nvPr/>
        </p:nvSpPr>
        <p:spPr>
          <a:xfrm>
            <a:off x="476249" y="6270624"/>
            <a:ext cx="4127499" cy="507999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9049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2" name="deliver_i0" descr="cropped from the image-model asset sheet, cell &quot;pdf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624" y="6329432"/>
            <a:ext cx="412749" cy="390384"/>
          </a:xfrm>
          <a:prstGeom prst="rect">
            <a:avLst/>
          </a:prstGeom>
          <a:effectLst/>
        </p:spPr>
      </p:pic>
      <p:pic>
        <p:nvPicPr>
          <p:cNvPr id="193" name="deliver_i1" descr="cropped from the image-model asset sheet, cell &quot;plan&quot; (Codex image_gen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999" y="6327501"/>
            <a:ext cx="412749" cy="394247"/>
          </a:xfrm>
          <a:prstGeom prst="rect">
            <a:avLst/>
          </a:prstGeom>
          <a:effectLst/>
        </p:spPr>
      </p:pic>
      <p:pic>
        <p:nvPicPr>
          <p:cNvPr id="194" name="deliver_i2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6374" y="6375332"/>
            <a:ext cx="412749" cy="298585"/>
          </a:xfrm>
          <a:prstGeom prst="rect">
            <a:avLst/>
          </a:prstGeom>
          <a:effectLst/>
        </p:spPr>
      </p:pic>
      <p:sp>
        <p:nvSpPr>
          <p:cNvPr id="195" name="deliver_t" descr="Editable text; source id deliver_t"/>
          <p:cNvSpPr txBox="1"/>
          <p:nvPr/>
        </p:nvSpPr>
        <p:spPr>
          <a:xfrm>
            <a:off x="1984374" y="6310312"/>
            <a:ext cx="2539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交付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综述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PDF 23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引用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51/51</a:t>
            </a:r>
          </a:p>
        </p:txBody>
      </p:sp>
      <p:sp>
        <p:nvSpPr>
          <p:cNvPr id="196" name="deliver_s" descr="Editable text; source id deliver_s"/>
          <p:cNvSpPr txBox="1"/>
          <p:nvPr/>
        </p:nvSpPr>
        <p:spPr>
          <a:xfrm>
            <a:off x="1984374" y="6532562"/>
            <a:ext cx="25399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合成方案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OpenLab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工作流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自动化实验</a:t>
            </a:r>
          </a:p>
        </p:txBody>
      </p:sp>
      <p:sp>
        <p:nvSpPr>
          <p:cNvPr id="197" name="kpi0" descr="Editable shape; source id kpi0"/>
          <p:cNvSpPr/>
          <p:nvPr/>
        </p:nvSpPr>
        <p:spPr>
          <a:xfrm>
            <a:off x="4762499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kpi0_r" descr="Editable shape; source id kpi0_r"/>
          <p:cNvSpPr/>
          <p:nvPr/>
        </p:nvSpPr>
        <p:spPr>
          <a:xfrm>
            <a:off x="4762499" y="6270624"/>
            <a:ext cx="171449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kpi0_b" descr="Editable text; source id kpi0_b"/>
          <p:cNvSpPr txBox="1"/>
          <p:nvPr/>
        </p:nvSpPr>
        <p:spPr>
          <a:xfrm>
            <a:off x="4889499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200" name="kpi0_u" descr="Editable text; source id kpi0_u"/>
          <p:cNvSpPr txBox="1"/>
          <p:nvPr/>
        </p:nvSpPr>
        <p:spPr>
          <a:xfrm>
            <a:off x="5453062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批</a:t>
            </a:r>
          </a:p>
        </p:txBody>
      </p:sp>
      <p:sp>
        <p:nvSpPr>
          <p:cNvPr id="201" name="kpi0_c" descr="Editable text; source id kpi0_c"/>
          <p:cNvSpPr txBox="1"/>
          <p:nvPr/>
        </p:nvSpPr>
        <p:spPr>
          <a:xfrm>
            <a:off x="5453062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并行批次</a:t>
            </a:r>
          </a:p>
        </p:txBody>
      </p:sp>
      <p:sp>
        <p:nvSpPr>
          <p:cNvPr id="202" name="kpi1" descr="Editable shape; source id kpi1"/>
          <p:cNvSpPr/>
          <p:nvPr/>
        </p:nvSpPr>
        <p:spPr>
          <a:xfrm>
            <a:off x="6556374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kpi1_r" descr="Editable shape; source id kpi1_r"/>
          <p:cNvSpPr/>
          <p:nvPr/>
        </p:nvSpPr>
        <p:spPr>
          <a:xfrm>
            <a:off x="6556374" y="6270624"/>
            <a:ext cx="171449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kpi1_b" descr="Editable text; source id kpi1_b"/>
          <p:cNvSpPr txBox="1"/>
          <p:nvPr/>
        </p:nvSpPr>
        <p:spPr>
          <a:xfrm>
            <a:off x="6683374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205" name="kpi1_u" descr="Editable text; source id kpi1_u"/>
          <p:cNvSpPr txBox="1"/>
          <p:nvPr/>
        </p:nvSpPr>
        <p:spPr>
          <a:xfrm>
            <a:off x="7254874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项子任务</a:t>
            </a:r>
          </a:p>
        </p:txBody>
      </p:sp>
      <p:sp>
        <p:nvSpPr>
          <p:cNvPr id="206" name="kpi1_c" descr="Editable text; source id kpi1_c"/>
          <p:cNvSpPr txBox="1"/>
          <p:nvPr/>
        </p:nvSpPr>
        <p:spPr>
          <a:xfrm>
            <a:off x="7254874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各写各的分片</a:t>
            </a:r>
          </a:p>
        </p:txBody>
      </p:sp>
      <p:sp>
        <p:nvSpPr>
          <p:cNvPr id="207" name="kpi2" descr="Editable shape; source id kpi2"/>
          <p:cNvSpPr/>
          <p:nvPr/>
        </p:nvSpPr>
        <p:spPr>
          <a:xfrm>
            <a:off x="8358187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kpi2_r" descr="Editable shape; source id kpi2_r"/>
          <p:cNvSpPr/>
          <p:nvPr/>
        </p:nvSpPr>
        <p:spPr>
          <a:xfrm>
            <a:off x="8358187" y="6270624"/>
            <a:ext cx="171449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kpi2_b" descr="Editable text; source id kpi2_b"/>
          <p:cNvSpPr txBox="1"/>
          <p:nvPr/>
        </p:nvSpPr>
        <p:spPr>
          <a:xfrm>
            <a:off x="8485187" y="6334124"/>
            <a:ext cx="500062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≤4</a:t>
            </a:r>
          </a:p>
        </p:txBody>
      </p:sp>
      <p:sp>
        <p:nvSpPr>
          <p:cNvPr id="210" name="kpi2_u" descr="Editable text; source id kpi2_u"/>
          <p:cNvSpPr txBox="1"/>
          <p:nvPr/>
        </p:nvSpPr>
        <p:spPr>
          <a:xfrm>
            <a:off x="9048749" y="6334124"/>
            <a:ext cx="952499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路并行</a:t>
            </a:r>
          </a:p>
        </p:txBody>
      </p:sp>
      <p:sp>
        <p:nvSpPr>
          <p:cNvPr id="211" name="kpi2_c" descr="Editable text; source id kpi2_c"/>
          <p:cNvSpPr txBox="1"/>
          <p:nvPr/>
        </p:nvSpPr>
        <p:spPr>
          <a:xfrm>
            <a:off x="9048749" y="6556374"/>
            <a:ext cx="952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单批并发上限</a:t>
            </a:r>
          </a:p>
        </p:txBody>
      </p:sp>
      <p:sp>
        <p:nvSpPr>
          <p:cNvPr id="212" name="kpi3" descr="Editable shape; source id kpi3"/>
          <p:cNvSpPr/>
          <p:nvPr/>
        </p:nvSpPr>
        <p:spPr>
          <a:xfrm>
            <a:off x="10159999" y="6270624"/>
            <a:ext cx="1714499" cy="507999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kpi3_r" descr="Editable shape; source id kpi3_r"/>
          <p:cNvSpPr/>
          <p:nvPr/>
        </p:nvSpPr>
        <p:spPr>
          <a:xfrm>
            <a:off x="10159999" y="6270624"/>
            <a:ext cx="1714499" cy="3968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kpi3_b" descr="Editable text; source id kpi3_b"/>
          <p:cNvSpPr txBox="1"/>
          <p:nvPr/>
        </p:nvSpPr>
        <p:spPr>
          <a:xfrm>
            <a:off x="10286999" y="6334124"/>
            <a:ext cx="698499" cy="412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781"/>
              </a:lnSpc>
              <a:spcBef>
                <a:spcPts val="0"/>
              </a:spcBef>
              <a:spcAft>
                <a:spcPts val="0"/>
              </a:spcAft>
              <a:def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3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134</a:t>
            </a:r>
          </a:p>
        </p:txBody>
      </p:sp>
      <p:sp>
        <p:nvSpPr>
          <p:cNvPr id="215" name="kpi3_u" descr="Editable text; source id kpi3_u"/>
          <p:cNvSpPr txBox="1"/>
          <p:nvPr/>
        </p:nvSpPr>
        <p:spPr>
          <a:xfrm>
            <a:off x="11048999" y="6334124"/>
            <a:ext cx="746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次工具调用</a:t>
            </a:r>
          </a:p>
        </p:txBody>
      </p:sp>
      <p:sp>
        <p:nvSpPr>
          <p:cNvPr id="216" name="kpi3_c" descr="Editable text; source id kpi3_c"/>
          <p:cNvSpPr txBox="1"/>
          <p:nvPr/>
        </p:nvSpPr>
        <p:spPr>
          <a:xfrm>
            <a:off x="11048999" y="6556374"/>
            <a:ext cx="746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服务端审计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