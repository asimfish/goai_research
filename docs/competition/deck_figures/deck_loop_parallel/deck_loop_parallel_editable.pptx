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多智能体并行回环（一）账本驱动的状态机与并行分派 —— SC4 账本为轴 [slide 16:9; content below the template title bar] [print_width_pt=960]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zC" descr="Editable shape; source id zC"/>
          <p:cNvSpPr/>
          <p:nvPr/>
        </p:nvSpPr>
        <p:spPr>
          <a:xfrm>
            <a:off x="301624" y="968374"/>
            <a:ext cx="11588749" cy="1365249"/>
          </a:xfrm>
          <a:prstGeom prst="roundRect">
            <a:avLst>
              <a:gd name="adj" fmla="val 8139"/>
            </a:avLst>
          </a:prstGeom>
          <a:solidFill>
            <a:srgbClr val="E6F2F3"/>
          </a:solidFill>
          <a:ln w="12699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zC_l" descr="Editable text; source id zC_l"/>
          <p:cNvSpPr txBox="1"/>
          <p:nvPr/>
        </p:nvSpPr>
        <p:spPr>
          <a:xfrm>
            <a:off x="444499" y="1047749"/>
            <a:ext cx="857249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4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控制层</a:t>
            </a:r>
          </a:p>
        </p:txBody>
      </p:sp>
      <p:sp>
        <p:nvSpPr>
          <p:cNvPr id="4" name="zA" descr="Editable shape; source id zA"/>
          <p:cNvSpPr/>
          <p:nvPr/>
        </p:nvSpPr>
        <p:spPr>
          <a:xfrm>
            <a:off x="301624" y="2476499"/>
            <a:ext cx="11588749" cy="2793999"/>
          </a:xfrm>
          <a:prstGeom prst="roundRect">
            <a:avLst>
              <a:gd name="adj" fmla="val 3977"/>
            </a:avLst>
          </a:prstGeom>
          <a:solidFill>
            <a:srgbClr val="EEF2F7"/>
          </a:solidFill>
          <a:ln w="12699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zA_l" descr="Editable text; source id zA_l"/>
          <p:cNvSpPr txBox="1"/>
          <p:nvPr/>
        </p:nvSpPr>
        <p:spPr>
          <a:xfrm>
            <a:off x="444499" y="2555874"/>
            <a:ext cx="857249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4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认知层</a:t>
            </a:r>
          </a:p>
        </p:txBody>
      </p:sp>
      <p:sp>
        <p:nvSpPr>
          <p:cNvPr id="6" name="orc" descr="Editable shape; source id orc"/>
          <p:cNvSpPr/>
          <p:nvPr/>
        </p:nvSpPr>
        <p:spPr>
          <a:xfrm>
            <a:off x="476249" y="1484312"/>
            <a:ext cx="3730624" cy="793749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081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rc_b" descr="Editable shape; source id orc_b"/>
          <p:cNvSpPr/>
          <p:nvPr/>
        </p:nvSpPr>
        <p:spPr>
          <a:xfrm>
            <a:off x="476249" y="1484312"/>
            <a:ext cx="47624" cy="793749"/>
          </a:xfrm>
          <a:prstGeom prst="roundRect">
            <a:avLst>
              <a:gd name="adj" fmla="val 5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rc_g_a" descr="Editable shape; source id orc_g_a"/>
          <p:cNvSpPr/>
          <p:nvPr/>
        </p:nvSpPr>
        <p:spPr>
          <a:xfrm>
            <a:off x="706437" y="1579562"/>
            <a:ext cx="79374" cy="55562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rc_g_b" descr="Editable shape; source id orc_g_b"/>
          <p:cNvSpPr/>
          <p:nvPr/>
        </p:nvSpPr>
        <p:spPr>
          <a:xfrm>
            <a:off x="642937" y="1714499"/>
            <a:ext cx="79374" cy="55562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rc_g_c" descr="Editable shape; source id orc_g_c"/>
          <p:cNvSpPr/>
          <p:nvPr/>
        </p:nvSpPr>
        <p:spPr>
          <a:xfrm>
            <a:off x="769937" y="1714499"/>
            <a:ext cx="79374" cy="55562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orc_g_s" descr="Editable line; source id orc_g_s"/>
          <p:cNvCxnSpPr/>
          <p:nvPr/>
        </p:nvCxnSpPr>
        <p:spPr>
          <a:xfrm>
            <a:off x="746124" y="1635124"/>
            <a:ext cx="0" cy="39688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orc_g_h" descr="Editable line; source id orc_g_h"/>
          <p:cNvCxnSpPr/>
          <p:nvPr/>
        </p:nvCxnSpPr>
        <p:spPr>
          <a:xfrm>
            <a:off x="682624" y="1674812"/>
            <a:ext cx="12700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orc_g_l" descr="Editable line; source id orc_g_l"/>
          <p:cNvCxnSpPr/>
          <p:nvPr/>
        </p:nvCxnSpPr>
        <p:spPr>
          <a:xfrm>
            <a:off x="682624" y="1674812"/>
            <a:ext cx="0" cy="39687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orc_g_r" descr="Editable line; source id orc_g_r"/>
          <p:cNvCxnSpPr/>
          <p:nvPr/>
        </p:nvCxnSpPr>
        <p:spPr>
          <a:xfrm>
            <a:off x="809624" y="1674812"/>
            <a:ext cx="0" cy="39687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rc_t" descr="Editable text; source id orc_t"/>
          <p:cNvSpPr txBox="1"/>
          <p:nvPr/>
        </p:nvSpPr>
        <p:spPr>
          <a:xfrm>
            <a:off x="936624" y="1555749"/>
            <a:ext cx="634999" cy="293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4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编排器</a:t>
            </a:r>
          </a:p>
        </p:txBody>
      </p:sp>
      <p:sp>
        <p:nvSpPr>
          <p:cNvPr id="16" name="orc_s" descr="Editable text; source id orc_s"/>
          <p:cNvSpPr txBox="1"/>
          <p:nvPr/>
        </p:nvSpPr>
        <p:spPr>
          <a:xfrm>
            <a:off x="1666874" y="1571624"/>
            <a:ext cx="1674812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90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187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goai-orchestrator</a:t>
            </a:r>
          </a:p>
        </p:txBody>
      </p:sp>
      <p:sp>
        <p:nvSpPr>
          <p:cNvPr id="17" name="orc_c_t0" descr="Editable shape; source id orc_c_t0"/>
          <p:cNvSpPr/>
          <p:nvPr/>
        </p:nvSpPr>
        <p:spPr>
          <a:xfrm>
            <a:off x="619124" y="1912937"/>
            <a:ext cx="777874" cy="285749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rc_c_t0_t" descr="Editable text; source id orc_c_t0_t"/>
          <p:cNvSpPr txBox="1"/>
          <p:nvPr/>
        </p:nvSpPr>
        <p:spPr>
          <a:xfrm>
            <a:off x="674687" y="1944687"/>
            <a:ext cx="666749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建账本</a:t>
            </a:r>
          </a:p>
        </p:txBody>
      </p:sp>
      <p:sp>
        <p:nvSpPr>
          <p:cNvPr id="19" name="orc_c_t1" descr="Editable shape; source id orc_c_t1"/>
          <p:cNvSpPr/>
          <p:nvPr/>
        </p:nvSpPr>
        <p:spPr>
          <a:xfrm>
            <a:off x="1523999" y="1912937"/>
            <a:ext cx="777874" cy="285749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rc_c_t1_t" descr="Editable text; source id orc_c_t1_t"/>
          <p:cNvSpPr txBox="1"/>
          <p:nvPr/>
        </p:nvSpPr>
        <p:spPr>
          <a:xfrm>
            <a:off x="1579562" y="1944687"/>
            <a:ext cx="666749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分派</a:t>
            </a:r>
          </a:p>
        </p:txBody>
      </p:sp>
      <p:sp>
        <p:nvSpPr>
          <p:cNvPr id="21" name="orc_c_a1" descr="Editable line; source id orc_c_a1"/>
          <p:cNvSpPr/>
          <p:nvPr/>
        </p:nvSpPr>
        <p:spPr>
          <a:xfrm>
            <a:off x="1420812" y="2036167"/>
            <a:ext cx="79375" cy="39291"/>
          </a:xfrm>
          <a:custGeom>
            <a:avLst/>
            <a:gdLst/>
            <a:ahLst/>
            <a:cxnLst/>
            <a:rect l="l" t="t" r="r" b="b"/>
            <a:pathLst>
              <a:path w="10000" h="4950">
                <a:moveTo>
                  <a:pt x="0" y="1375"/>
                </a:moveTo>
                <a:lnTo>
                  <a:pt x="4500" y="1375"/>
                </a:lnTo>
                <a:lnTo>
                  <a:pt x="4500" y="0"/>
                </a:lnTo>
                <a:lnTo>
                  <a:pt x="10000" y="2475"/>
                </a:lnTo>
                <a:lnTo>
                  <a:pt x="4500" y="4950"/>
                </a:lnTo>
                <a:lnTo>
                  <a:pt x="4500" y="3575"/>
                </a:lnTo>
                <a:lnTo>
                  <a:pt x="0" y="3575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rc_c_t2" descr="Editable shape; source id orc_c_t2"/>
          <p:cNvSpPr/>
          <p:nvPr/>
        </p:nvSpPr>
        <p:spPr>
          <a:xfrm>
            <a:off x="2428874" y="1912937"/>
            <a:ext cx="777874" cy="285749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rc_c_t2_t" descr="Editable text; source id orc_c_t2_t"/>
          <p:cNvSpPr txBox="1"/>
          <p:nvPr/>
        </p:nvSpPr>
        <p:spPr>
          <a:xfrm>
            <a:off x="2484437" y="1944687"/>
            <a:ext cx="666749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验闸门</a:t>
            </a:r>
          </a:p>
        </p:txBody>
      </p:sp>
      <p:sp>
        <p:nvSpPr>
          <p:cNvPr id="24" name="orc_c_a2" descr="Editable line; source id orc_c_a2"/>
          <p:cNvSpPr/>
          <p:nvPr/>
        </p:nvSpPr>
        <p:spPr>
          <a:xfrm>
            <a:off x="2325687" y="2036167"/>
            <a:ext cx="79375" cy="39291"/>
          </a:xfrm>
          <a:custGeom>
            <a:avLst/>
            <a:gdLst/>
            <a:ahLst/>
            <a:cxnLst/>
            <a:rect l="l" t="t" r="r" b="b"/>
            <a:pathLst>
              <a:path w="10000" h="4950">
                <a:moveTo>
                  <a:pt x="0" y="1375"/>
                </a:moveTo>
                <a:lnTo>
                  <a:pt x="4500" y="1375"/>
                </a:lnTo>
                <a:lnTo>
                  <a:pt x="4500" y="0"/>
                </a:lnTo>
                <a:lnTo>
                  <a:pt x="10000" y="2475"/>
                </a:lnTo>
                <a:lnTo>
                  <a:pt x="4500" y="4950"/>
                </a:lnTo>
                <a:lnTo>
                  <a:pt x="4500" y="3575"/>
                </a:lnTo>
                <a:lnTo>
                  <a:pt x="0" y="3575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rc_c_t3" descr="Editable shape; source id orc_c_t3"/>
          <p:cNvSpPr/>
          <p:nvPr/>
        </p:nvSpPr>
        <p:spPr>
          <a:xfrm>
            <a:off x="3333749" y="1912937"/>
            <a:ext cx="777874" cy="285749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rc_c_t3_t" descr="Editable text; source id orc_c_t3_t"/>
          <p:cNvSpPr txBox="1"/>
          <p:nvPr/>
        </p:nvSpPr>
        <p:spPr>
          <a:xfrm>
            <a:off x="3389312" y="1944687"/>
            <a:ext cx="666749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路由返工</a:t>
            </a:r>
          </a:p>
        </p:txBody>
      </p:sp>
      <p:sp>
        <p:nvSpPr>
          <p:cNvPr id="27" name="orc_c_a3" descr="Editable line; source id orc_c_a3"/>
          <p:cNvSpPr/>
          <p:nvPr/>
        </p:nvSpPr>
        <p:spPr>
          <a:xfrm>
            <a:off x="3230562" y="2036167"/>
            <a:ext cx="79375" cy="39291"/>
          </a:xfrm>
          <a:custGeom>
            <a:avLst/>
            <a:gdLst/>
            <a:ahLst/>
            <a:cxnLst/>
            <a:rect l="l" t="t" r="r" b="b"/>
            <a:pathLst>
              <a:path w="10000" h="4950">
                <a:moveTo>
                  <a:pt x="0" y="1375"/>
                </a:moveTo>
                <a:lnTo>
                  <a:pt x="4500" y="1375"/>
                </a:lnTo>
                <a:lnTo>
                  <a:pt x="4500" y="0"/>
                </a:lnTo>
                <a:lnTo>
                  <a:pt x="10000" y="2475"/>
                </a:lnTo>
                <a:lnTo>
                  <a:pt x="4500" y="4950"/>
                </a:lnTo>
                <a:lnTo>
                  <a:pt x="4500" y="3575"/>
                </a:lnTo>
                <a:lnTo>
                  <a:pt x="0" y="3575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un" descr="Editable shape; source id run"/>
          <p:cNvSpPr/>
          <p:nvPr/>
        </p:nvSpPr>
        <p:spPr>
          <a:xfrm>
            <a:off x="4444999" y="1484312"/>
            <a:ext cx="4444999" cy="793749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081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un_b" descr="Editable shape; source id run_b"/>
          <p:cNvSpPr/>
          <p:nvPr/>
        </p:nvSpPr>
        <p:spPr>
          <a:xfrm>
            <a:off x="4444999" y="1484312"/>
            <a:ext cx="47624" cy="793749"/>
          </a:xfrm>
          <a:prstGeom prst="roundRect">
            <a:avLst>
              <a:gd name="adj" fmla="val 5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run_g_d0_0" descr="Editable line; source id run_g_d0_0"/>
          <p:cNvCxnSpPr/>
          <p:nvPr/>
        </p:nvCxnSpPr>
        <p:spPr>
          <a:xfrm>
            <a:off x="4714874" y="1587499"/>
            <a:ext cx="95250" cy="4762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run_g_d0_1" descr="Editable line; source id run_g_d0_1"/>
          <p:cNvCxnSpPr/>
          <p:nvPr/>
        </p:nvCxnSpPr>
        <p:spPr>
          <a:xfrm flipH="1">
            <a:off x="4714874" y="1635124"/>
            <a:ext cx="95250" cy="4762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run_g_d0_2" descr="Editable line; source id run_g_d0_2"/>
          <p:cNvCxnSpPr/>
          <p:nvPr/>
        </p:nvCxnSpPr>
        <p:spPr>
          <a:xfrm flipH="1" flipV="1">
            <a:off x="4619624" y="1635124"/>
            <a:ext cx="95250" cy="4762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run_g_d0_3" descr="Editable line; source id run_g_d0_3"/>
          <p:cNvCxnSpPr/>
          <p:nvPr/>
        </p:nvCxnSpPr>
        <p:spPr>
          <a:xfrm flipV="1">
            <a:off x="4619624" y="1587499"/>
            <a:ext cx="95250" cy="4762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run_g_d1_0" descr="Editable line; source id run_g_d1_0"/>
          <p:cNvCxnSpPr/>
          <p:nvPr/>
        </p:nvCxnSpPr>
        <p:spPr>
          <a:xfrm>
            <a:off x="4714874" y="1650999"/>
            <a:ext cx="95250" cy="39688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run_g_d1_1" descr="Editable line; source id run_g_d1_1"/>
          <p:cNvCxnSpPr/>
          <p:nvPr/>
        </p:nvCxnSpPr>
        <p:spPr>
          <a:xfrm flipH="1">
            <a:off x="4714874" y="1690687"/>
            <a:ext cx="95250" cy="4762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run_g_d1_2" descr="Editable line; source id run_g_d1_2"/>
          <p:cNvCxnSpPr/>
          <p:nvPr/>
        </p:nvCxnSpPr>
        <p:spPr>
          <a:xfrm flipH="1" flipV="1">
            <a:off x="4619624" y="1690687"/>
            <a:ext cx="95250" cy="4762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run_g_d1_3" descr="Editable line; source id run_g_d1_3"/>
          <p:cNvCxnSpPr/>
          <p:nvPr/>
        </p:nvCxnSpPr>
        <p:spPr>
          <a:xfrm flipV="1">
            <a:off x="4619624" y="1650999"/>
            <a:ext cx="95250" cy="39688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run_g_d2_0" descr="Editable line; source id run_g_d2_0"/>
          <p:cNvCxnSpPr/>
          <p:nvPr/>
        </p:nvCxnSpPr>
        <p:spPr>
          <a:xfrm>
            <a:off x="4714874" y="1706562"/>
            <a:ext cx="95250" cy="39687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run_g_d2_1" descr="Editable line; source id run_g_d2_1"/>
          <p:cNvCxnSpPr/>
          <p:nvPr/>
        </p:nvCxnSpPr>
        <p:spPr>
          <a:xfrm flipH="1">
            <a:off x="4714874" y="1746249"/>
            <a:ext cx="95250" cy="4762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run_g_d2_2" descr="Editable line; source id run_g_d2_2"/>
          <p:cNvCxnSpPr/>
          <p:nvPr/>
        </p:nvCxnSpPr>
        <p:spPr>
          <a:xfrm flipH="1" flipV="1">
            <a:off x="4619624" y="1746249"/>
            <a:ext cx="95250" cy="4762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run_g_d2_3" descr="Editable line; source id run_g_d2_3"/>
          <p:cNvCxnSpPr/>
          <p:nvPr/>
        </p:nvCxnSpPr>
        <p:spPr>
          <a:xfrm flipV="1">
            <a:off x="4619624" y="1706562"/>
            <a:ext cx="95250" cy="39687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un_t" descr="Editable text; source id run_t"/>
          <p:cNvSpPr txBox="1"/>
          <p:nvPr/>
        </p:nvSpPr>
        <p:spPr>
          <a:xfrm>
            <a:off x="4905374" y="1555749"/>
            <a:ext cx="1190624" cy="293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4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并行</a:t>
            </a:r>
            <a:r>
              <a:rPr sz="1374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 runner</a:t>
            </a:r>
          </a:p>
        </p:txBody>
      </p:sp>
      <p:sp>
        <p:nvSpPr>
          <p:cNvPr id="43" name="run_s" descr="Editable text; source id run_s"/>
          <p:cNvSpPr txBox="1"/>
          <p:nvPr/>
        </p:nvSpPr>
        <p:spPr>
          <a:xfrm>
            <a:off x="6191249" y="1571624"/>
            <a:ext cx="1484312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90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187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parallel_run.sh</a:t>
            </a:r>
          </a:p>
        </p:txBody>
      </p:sp>
      <p:sp>
        <p:nvSpPr>
          <p:cNvPr id="44" name="run_c_t0" descr="Editable shape; source id run_c_t0"/>
          <p:cNvSpPr/>
          <p:nvPr/>
        </p:nvSpPr>
        <p:spPr>
          <a:xfrm>
            <a:off x="4587874" y="1912937"/>
            <a:ext cx="1000124" cy="285749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un_c_t0_t" descr="Editable text; source id run_c_t0_t"/>
          <p:cNvSpPr txBox="1"/>
          <p:nvPr/>
        </p:nvSpPr>
        <p:spPr>
          <a:xfrm>
            <a:off x="4643437" y="1944687"/>
            <a:ext cx="888999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091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tasks.tsv</a:t>
            </a:r>
          </a:p>
        </p:txBody>
      </p:sp>
      <p:sp>
        <p:nvSpPr>
          <p:cNvPr id="46" name="run_c_t1" descr="Editable shape; source id run_c_t1"/>
          <p:cNvSpPr/>
          <p:nvPr/>
        </p:nvSpPr>
        <p:spPr>
          <a:xfrm>
            <a:off x="5714999" y="1912937"/>
            <a:ext cx="682624" cy="285749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un_c_t1_t" descr="Editable text; source id run_c_t1_t"/>
          <p:cNvSpPr txBox="1"/>
          <p:nvPr/>
        </p:nvSpPr>
        <p:spPr>
          <a:xfrm>
            <a:off x="5770562" y="1944687"/>
            <a:ext cx="571499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子进程</a:t>
            </a:r>
          </a:p>
        </p:txBody>
      </p:sp>
      <p:sp>
        <p:nvSpPr>
          <p:cNvPr id="48" name="run_c_a1" descr="Editable line; source id run_c_a1"/>
          <p:cNvSpPr/>
          <p:nvPr/>
        </p:nvSpPr>
        <p:spPr>
          <a:xfrm>
            <a:off x="5627687" y="2039937"/>
            <a:ext cx="47625" cy="31750"/>
          </a:xfrm>
          <a:custGeom>
            <a:avLst/>
            <a:gdLst/>
            <a:ahLst/>
            <a:cxnLst/>
            <a:rect l="l" t="t" r="r" b="b"/>
            <a:pathLst>
              <a:path w="6000" h="4000">
                <a:moveTo>
                  <a:pt x="0" y="900"/>
                </a:moveTo>
                <a:lnTo>
                  <a:pt x="2000" y="900"/>
                </a:lnTo>
                <a:lnTo>
                  <a:pt x="2000" y="0"/>
                </a:lnTo>
                <a:lnTo>
                  <a:pt x="6000" y="2000"/>
                </a:lnTo>
                <a:lnTo>
                  <a:pt x="2000" y="4000"/>
                </a:lnTo>
                <a:lnTo>
                  <a:pt x="2000" y="3100"/>
                </a:lnTo>
                <a:lnTo>
                  <a:pt x="0" y="310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un_c_t2" descr="Editable shape; source id run_c_t2"/>
          <p:cNvSpPr/>
          <p:nvPr/>
        </p:nvSpPr>
        <p:spPr>
          <a:xfrm>
            <a:off x="6524624" y="1912937"/>
            <a:ext cx="1587499" cy="285749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un_c_t2_t" descr="Editable text; source id run_c_t2_t"/>
          <p:cNvSpPr txBox="1"/>
          <p:nvPr/>
        </p:nvSpPr>
        <p:spPr>
          <a:xfrm>
            <a:off x="6580187" y="1944687"/>
            <a:ext cx="1476374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各写自己的分片文件</a:t>
            </a:r>
          </a:p>
        </p:txBody>
      </p:sp>
      <p:sp>
        <p:nvSpPr>
          <p:cNvPr id="51" name="run_c_a2" descr="Editable line; source id run_c_a2"/>
          <p:cNvSpPr/>
          <p:nvPr/>
        </p:nvSpPr>
        <p:spPr>
          <a:xfrm>
            <a:off x="6437312" y="2039937"/>
            <a:ext cx="47625" cy="31750"/>
          </a:xfrm>
          <a:custGeom>
            <a:avLst/>
            <a:gdLst/>
            <a:ahLst/>
            <a:cxnLst/>
            <a:rect l="l" t="t" r="r" b="b"/>
            <a:pathLst>
              <a:path w="6000" h="4000">
                <a:moveTo>
                  <a:pt x="0" y="900"/>
                </a:moveTo>
                <a:lnTo>
                  <a:pt x="2000" y="900"/>
                </a:lnTo>
                <a:lnTo>
                  <a:pt x="2000" y="0"/>
                </a:lnTo>
                <a:lnTo>
                  <a:pt x="6000" y="2000"/>
                </a:lnTo>
                <a:lnTo>
                  <a:pt x="2000" y="4000"/>
                </a:lnTo>
                <a:lnTo>
                  <a:pt x="2000" y="3100"/>
                </a:lnTo>
                <a:lnTo>
                  <a:pt x="0" y="310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un_c_t3" descr="Editable shape; source id run_c_t3"/>
          <p:cNvSpPr/>
          <p:nvPr/>
        </p:nvSpPr>
        <p:spPr>
          <a:xfrm>
            <a:off x="8239124" y="1912937"/>
            <a:ext cx="523874" cy="285749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un_c_t3_t" descr="Editable text; source id run_c_t3_t"/>
          <p:cNvSpPr txBox="1"/>
          <p:nvPr/>
        </p:nvSpPr>
        <p:spPr>
          <a:xfrm>
            <a:off x="8294687" y="1944687"/>
            <a:ext cx="412749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汇合</a:t>
            </a:r>
          </a:p>
        </p:txBody>
      </p:sp>
      <p:sp>
        <p:nvSpPr>
          <p:cNvPr id="54" name="run_c_a3" descr="Editable line; source id run_c_a3"/>
          <p:cNvSpPr/>
          <p:nvPr/>
        </p:nvSpPr>
        <p:spPr>
          <a:xfrm>
            <a:off x="8151812" y="2039937"/>
            <a:ext cx="47625" cy="31750"/>
          </a:xfrm>
          <a:custGeom>
            <a:avLst/>
            <a:gdLst/>
            <a:ahLst/>
            <a:cxnLst/>
            <a:rect l="l" t="t" r="r" b="b"/>
            <a:pathLst>
              <a:path w="6000" h="4000">
                <a:moveTo>
                  <a:pt x="0" y="900"/>
                </a:moveTo>
                <a:lnTo>
                  <a:pt x="2000" y="900"/>
                </a:lnTo>
                <a:lnTo>
                  <a:pt x="2000" y="0"/>
                </a:lnTo>
                <a:lnTo>
                  <a:pt x="6000" y="2000"/>
                </a:lnTo>
                <a:lnTo>
                  <a:pt x="2000" y="4000"/>
                </a:lnTo>
                <a:lnTo>
                  <a:pt x="2000" y="3100"/>
                </a:lnTo>
                <a:lnTo>
                  <a:pt x="0" y="310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stat" descr="Editable shape; source id stat"/>
          <p:cNvSpPr/>
          <p:nvPr/>
        </p:nvSpPr>
        <p:spPr>
          <a:xfrm>
            <a:off x="9088437" y="1619249"/>
            <a:ext cx="2651124" cy="531812"/>
          </a:xfrm>
          <a:prstGeom prst="roundRect">
            <a:avLst>
              <a:gd name="adj" fmla="val 50000"/>
            </a:avLst>
          </a:prstGeom>
          <a:solidFill>
            <a:srgbClr val="F5F6F7"/>
          </a:solidFill>
          <a:ln w="12699">
            <a:solidFill>
              <a:srgbClr val="9AA3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stat_t" descr="Editable text; source id stat_t"/>
          <p:cNvSpPr txBox="1"/>
          <p:nvPr/>
        </p:nvSpPr>
        <p:spPr>
          <a:xfrm>
            <a:off x="9278937" y="1650999"/>
            <a:ext cx="2270124" cy="468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5B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0" i="0" lang="zh-CN" dirty="0">
                <a:solidFill>
                  <a:srgbClr val="5B6570"/>
                </a:solidFill>
                <a:latin typeface="Noto Sans CJK SC"/>
                <a:ea typeface="Noto Sans CJK SC"/>
                <a:cs typeface="Noto Sans CJK SC"/>
              </a:rPr>
              <a:t>正式运行：</a:t>
            </a:r>
            <a:r>
              <a:rPr sz="1124" b="0" i="0" lang="zh-CN" dirty="0">
                <a:solidFill>
                  <a:srgbClr val="5B6570"/>
                </a:solidFill>
                <a:latin typeface="DejaVu Sans"/>
                <a:ea typeface="DejaVu Sans"/>
                <a:cs typeface="DejaVu Sans"/>
              </a:rPr>
              <a:t>29 </a:t>
            </a:r>
            <a:r>
              <a:rPr sz="1124" b="0" i="0" lang="zh-CN" dirty="0">
                <a:solidFill>
                  <a:srgbClr val="5B6570"/>
                </a:solidFill>
                <a:latin typeface="Noto Sans CJK SC"/>
                <a:ea typeface="Noto Sans CJK SC"/>
                <a:cs typeface="Noto Sans CJK SC"/>
              </a:rPr>
              <a:t>批</a:t>
            </a:r>
            <a:r>
              <a:rPr sz="1124" b="0" i="0" lang="zh-CN" dirty="0">
                <a:solidFill>
                  <a:srgbClr val="5B6570"/>
                </a:solidFill>
                <a:latin typeface="DejaVu Sans"/>
                <a:ea typeface="DejaVu Sans"/>
                <a:cs typeface="DejaVu Sans"/>
              </a:rPr>
              <a:t> · 40 </a:t>
            </a:r>
            <a:r>
              <a:rPr sz="1124" b="0" i="0" lang="zh-CN" dirty="0">
                <a:solidFill>
                  <a:srgbClr val="5B6570"/>
                </a:solidFill>
                <a:latin typeface="Noto Sans CJK SC"/>
                <a:ea typeface="Noto Sans CJK SC"/>
                <a:cs typeface="Noto Sans CJK SC"/>
              </a:rPr>
              <a:t>个子任务</a:t>
            </a:r>
            <a:r>
              <a:rPr sz="1124" b="0" i="0" lang="zh-CN" dirty="0">
                <a:solidFill>
                  <a:srgbClr val="5B6570"/>
                </a:solidFill>
                <a:latin typeface="DejaVu Sans"/>
                <a:ea typeface="DejaVu Sans"/>
                <a:cs typeface="DejaVu Sans"/>
              </a:rPr>
              <a:t> · </a:t>
            </a:r>
          </a:p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5B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0" i="0" lang="zh-CN" dirty="0">
                <a:solidFill>
                  <a:srgbClr val="5B6570"/>
                </a:solidFill>
                <a:latin typeface="Noto Sans CJK SC"/>
                <a:ea typeface="Noto Sans CJK SC"/>
                <a:cs typeface="Noto Sans CJK SC"/>
              </a:rPr>
              <a:t>单批</a:t>
            </a:r>
            <a:r>
              <a:rPr sz="1124" b="0" i="0" lang="zh-CN" dirty="0">
                <a:solidFill>
                  <a:srgbClr val="5B6570"/>
                </a:solidFill>
                <a:latin typeface="DejaVu Sans"/>
                <a:ea typeface="DejaVu Sans"/>
                <a:cs typeface="DejaVu Sans"/>
              </a:rPr>
              <a:t> ≤4 </a:t>
            </a:r>
            <a:r>
              <a:rPr sz="1124" b="0" i="0" lang="zh-CN" dirty="0">
                <a:solidFill>
                  <a:srgbClr val="5B6570"/>
                </a:solidFill>
                <a:latin typeface="Noto Sans CJK SC"/>
                <a:ea typeface="Noto Sans CJK SC"/>
                <a:cs typeface="Noto Sans CJK SC"/>
              </a:rPr>
              <a:t>路</a:t>
            </a:r>
            <a:r>
              <a:rPr sz="1124" b="0" i="0" lang="zh-CN" dirty="0">
                <a:solidFill>
                  <a:srgbClr val="5B6570"/>
                </a:solidFill>
                <a:latin typeface="DejaVu Sans"/>
                <a:ea typeface="DejaVu Sans"/>
                <a:cs typeface="DejaVu Sans"/>
              </a:rPr>
              <a:t> · 134 </a:t>
            </a:r>
            <a:r>
              <a:rPr sz="1124" b="0" i="0" lang="zh-CN" dirty="0">
                <a:solidFill>
                  <a:srgbClr val="5B6570"/>
                </a:solidFill>
                <a:latin typeface="Noto Sans CJK SC"/>
                <a:ea typeface="Noto Sans CJK SC"/>
                <a:cs typeface="Noto Sans CJK SC"/>
              </a:rPr>
              <a:t>次</a:t>
            </a:r>
            <a:r>
              <a:rPr sz="1124" b="0" i="0" lang="zh-CN" dirty="0">
                <a:solidFill>
                  <a:srgbClr val="5B6570"/>
                </a:solidFill>
                <a:latin typeface="DejaVu Sans"/>
                <a:ea typeface="DejaVu Sans"/>
                <a:cs typeface="DejaVu Sans"/>
              </a:rPr>
              <a:t> MCP </a:t>
            </a:r>
            <a:r>
              <a:rPr sz="1124" b="0" i="0" lang="zh-CN" dirty="0">
                <a:solidFill>
                  <a:srgbClr val="5B6570"/>
                </a:solidFill>
                <a:latin typeface="Noto Sans CJK SC"/>
                <a:ea typeface="Noto Sans CJK SC"/>
                <a:cs typeface="Noto Sans CJK SC"/>
              </a:rPr>
              <a:t>调用</a:t>
            </a:r>
          </a:p>
        </p:txBody>
      </p:sp>
      <p:sp>
        <p:nvSpPr>
          <p:cNvPr id="57" name="s0" descr="Editable shape; source id s0"/>
          <p:cNvSpPr/>
          <p:nvPr/>
        </p:nvSpPr>
        <p:spPr>
          <a:xfrm>
            <a:off x="476249" y="3746499"/>
            <a:ext cx="1635124" cy="674687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5081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s0_b" descr="Editable shape; source id s0_b"/>
          <p:cNvSpPr/>
          <p:nvPr/>
        </p:nvSpPr>
        <p:spPr>
          <a:xfrm>
            <a:off x="476249" y="3746499"/>
            <a:ext cx="47624" cy="674687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s0_g_b" descr="Editable shape; source id s0_g_b"/>
          <p:cNvSpPr/>
          <p:nvPr/>
        </p:nvSpPr>
        <p:spPr>
          <a:xfrm>
            <a:off x="650874" y="3865562"/>
            <a:ext cx="190499" cy="158749"/>
          </a:xfrm>
          <a:prstGeom prst="rect">
            <a:avLst/>
          </a:prstGeom>
          <a:noFill/>
          <a:ln w="18216">
            <a:solidFill>
              <a:srgbClr val="111A24"/>
            </a:solidFill>
            <a:custDash>
              <a:ds d="97603" sp="83660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s0_t" descr="Editable text; source id s0_t"/>
          <p:cNvSpPr txBox="1"/>
          <p:nvPr/>
        </p:nvSpPr>
        <p:spPr>
          <a:xfrm>
            <a:off x="936624" y="3817937"/>
            <a:ext cx="817562" cy="293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4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范围界定</a:t>
            </a:r>
          </a:p>
        </p:txBody>
      </p:sp>
      <p:sp>
        <p:nvSpPr>
          <p:cNvPr id="61" name="s0_s" descr="Editable text; source id s0_s"/>
          <p:cNvSpPr txBox="1"/>
          <p:nvPr/>
        </p:nvSpPr>
        <p:spPr>
          <a:xfrm>
            <a:off x="619124" y="4127499"/>
            <a:ext cx="139699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109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937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goai-orchestrator</a:t>
            </a:r>
          </a:p>
        </p:txBody>
      </p:sp>
      <p:sp>
        <p:nvSpPr>
          <p:cNvPr id="62" name="s1" descr="Editable shape; source id s1"/>
          <p:cNvSpPr/>
          <p:nvPr/>
        </p:nvSpPr>
        <p:spPr>
          <a:xfrm>
            <a:off x="2397124" y="3214687"/>
            <a:ext cx="1635124" cy="984249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5081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s1_b" descr="Editable shape; source id s1_b"/>
          <p:cNvSpPr/>
          <p:nvPr/>
        </p:nvSpPr>
        <p:spPr>
          <a:xfrm>
            <a:off x="2397124" y="3214687"/>
            <a:ext cx="47624" cy="984249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s1_g_s2" descr="Editable shape; source id s1_g_s2"/>
          <p:cNvSpPr/>
          <p:nvPr/>
        </p:nvSpPr>
        <p:spPr>
          <a:xfrm>
            <a:off x="2635249" y="3365499"/>
            <a:ext cx="119062" cy="182562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s1_g_s1" descr="Editable shape; source id s1_g_s1"/>
          <p:cNvSpPr/>
          <p:nvPr/>
        </p:nvSpPr>
        <p:spPr>
          <a:xfrm>
            <a:off x="2611437" y="3341687"/>
            <a:ext cx="119062" cy="182562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s1_g_s0" descr="Editable shape; source id s1_g_s0"/>
          <p:cNvSpPr/>
          <p:nvPr/>
        </p:nvSpPr>
        <p:spPr>
          <a:xfrm>
            <a:off x="2587624" y="3317874"/>
            <a:ext cx="119062" cy="182562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s1_g_l1" descr="Editable line; source id s1_g_l1"/>
          <p:cNvCxnSpPr/>
          <p:nvPr/>
        </p:nvCxnSpPr>
        <p:spPr>
          <a:xfrm>
            <a:off x="2619374" y="3389312"/>
            <a:ext cx="793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1_g_l2" descr="Editable line; source id s1_g_l2"/>
          <p:cNvCxnSpPr/>
          <p:nvPr/>
        </p:nvCxnSpPr>
        <p:spPr>
          <a:xfrm>
            <a:off x="2619374" y="3421062"/>
            <a:ext cx="793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1_g_l3" descr="Editable line; source id s1_g_l3"/>
          <p:cNvCxnSpPr/>
          <p:nvPr/>
        </p:nvCxnSpPr>
        <p:spPr>
          <a:xfrm>
            <a:off x="2619374" y="3460749"/>
            <a:ext cx="55563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s1_t" descr="Editable text; source id s1_t"/>
          <p:cNvSpPr txBox="1"/>
          <p:nvPr/>
        </p:nvSpPr>
        <p:spPr>
          <a:xfrm>
            <a:off x="2857499" y="3286124"/>
            <a:ext cx="817562" cy="293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4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文献检索</a:t>
            </a:r>
          </a:p>
        </p:txBody>
      </p:sp>
      <p:sp>
        <p:nvSpPr>
          <p:cNvPr id="71" name="s1_s" descr="Editable text; source id s1_s"/>
          <p:cNvSpPr txBox="1"/>
          <p:nvPr/>
        </p:nvSpPr>
        <p:spPr>
          <a:xfrm>
            <a:off x="2539999" y="3595687"/>
            <a:ext cx="139699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109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937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goai-lit-search</a:t>
            </a:r>
          </a:p>
        </p:txBody>
      </p:sp>
      <p:sp>
        <p:nvSpPr>
          <p:cNvPr id="72" name="s1_kl" descr="Editable text; source id s1_kl"/>
          <p:cNvSpPr txBox="1"/>
          <p:nvPr/>
        </p:nvSpPr>
        <p:spPr>
          <a:xfrm>
            <a:off x="2539999" y="3825874"/>
            <a:ext cx="515937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子主题</a:t>
            </a:r>
          </a:p>
        </p:txBody>
      </p:sp>
      <p:sp>
        <p:nvSpPr>
          <p:cNvPr id="73" name="s1_k0" descr="Editable shape; source id s1_k0"/>
          <p:cNvSpPr/>
          <p:nvPr/>
        </p:nvSpPr>
        <p:spPr>
          <a:xfrm>
            <a:off x="3103562" y="3825874"/>
            <a:ext cx="253999" cy="269874"/>
          </a:xfrm>
          <a:prstGeom prst="roundRect">
            <a:avLst>
              <a:gd name="adj" fmla="val 18750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s1_k0_t" descr="Editable text; source id s1_k0_t"/>
          <p:cNvSpPr txBox="1"/>
          <p:nvPr/>
        </p:nvSpPr>
        <p:spPr>
          <a:xfrm>
            <a:off x="3159124" y="3857624"/>
            <a:ext cx="14287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18"/>
              </a:lnSpc>
              <a:spcBef>
                <a:spcPts val="0"/>
              </a:spcBef>
              <a:spcAft>
                <a:spcPts val="0"/>
              </a:spcAft>
              <a:defRPr sz="1033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033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75" name="s1_k1" descr="Editable shape; source id s1_k1"/>
          <p:cNvSpPr/>
          <p:nvPr/>
        </p:nvSpPr>
        <p:spPr>
          <a:xfrm>
            <a:off x="3405187" y="3825874"/>
            <a:ext cx="253999" cy="269874"/>
          </a:xfrm>
          <a:prstGeom prst="roundRect">
            <a:avLst>
              <a:gd name="adj" fmla="val 18750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s1_k1_t" descr="Editable text; source id s1_k1_t"/>
          <p:cNvSpPr txBox="1"/>
          <p:nvPr/>
        </p:nvSpPr>
        <p:spPr>
          <a:xfrm>
            <a:off x="3460749" y="3857624"/>
            <a:ext cx="14287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18"/>
              </a:lnSpc>
              <a:spcBef>
                <a:spcPts val="0"/>
              </a:spcBef>
              <a:spcAft>
                <a:spcPts val="0"/>
              </a:spcAft>
              <a:defRPr sz="1033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033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77" name="s1_k2" descr="Editable shape; source id s1_k2"/>
          <p:cNvSpPr/>
          <p:nvPr/>
        </p:nvSpPr>
        <p:spPr>
          <a:xfrm>
            <a:off x="3706812" y="3825874"/>
            <a:ext cx="253999" cy="269874"/>
          </a:xfrm>
          <a:prstGeom prst="roundRect">
            <a:avLst>
              <a:gd name="adj" fmla="val 18750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s1_k2_t" descr="Editable text; source id s1_k2_t"/>
          <p:cNvSpPr txBox="1"/>
          <p:nvPr/>
        </p:nvSpPr>
        <p:spPr>
          <a:xfrm>
            <a:off x="3762374" y="3857624"/>
            <a:ext cx="14287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18"/>
              </a:lnSpc>
              <a:spcBef>
                <a:spcPts val="0"/>
              </a:spcBef>
              <a:spcAft>
                <a:spcPts val="0"/>
              </a:spcAft>
              <a:defRPr sz="1033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033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79" name="s2" descr="Editable shape; source id s2"/>
          <p:cNvSpPr/>
          <p:nvPr/>
        </p:nvSpPr>
        <p:spPr>
          <a:xfrm>
            <a:off x="2397124" y="4278312"/>
            <a:ext cx="1635124" cy="674687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5081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s2_b" descr="Editable shape; source id s2_b"/>
          <p:cNvSpPr/>
          <p:nvPr/>
        </p:nvSpPr>
        <p:spPr>
          <a:xfrm>
            <a:off x="2397124" y="4278312"/>
            <a:ext cx="47624" cy="674687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s2_g_s0" descr="Editable shape; source id s2_g_s0"/>
          <p:cNvSpPr/>
          <p:nvPr/>
        </p:nvSpPr>
        <p:spPr>
          <a:xfrm>
            <a:off x="2587624" y="4381499"/>
            <a:ext cx="119062" cy="182562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s2_g_l1" descr="Editable line; source id s2_g_l1"/>
          <p:cNvCxnSpPr/>
          <p:nvPr/>
        </p:nvCxnSpPr>
        <p:spPr>
          <a:xfrm>
            <a:off x="2619374" y="4452937"/>
            <a:ext cx="793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2_g_l2" descr="Editable line; source id s2_g_l2"/>
          <p:cNvCxnSpPr/>
          <p:nvPr/>
        </p:nvCxnSpPr>
        <p:spPr>
          <a:xfrm>
            <a:off x="2619374" y="4484687"/>
            <a:ext cx="793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2_g_l3" descr="Editable line; source id s2_g_l3"/>
          <p:cNvCxnSpPr/>
          <p:nvPr/>
        </p:nvCxnSpPr>
        <p:spPr>
          <a:xfrm>
            <a:off x="2619374" y="4524374"/>
            <a:ext cx="55563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s2_t" descr="Editable text; source id s2_t"/>
          <p:cNvSpPr txBox="1"/>
          <p:nvPr/>
        </p:nvSpPr>
        <p:spPr>
          <a:xfrm>
            <a:off x="2857499" y="4349749"/>
            <a:ext cx="634999" cy="293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4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风格库</a:t>
            </a:r>
          </a:p>
        </p:txBody>
      </p:sp>
      <p:sp>
        <p:nvSpPr>
          <p:cNvPr id="86" name="s2_s" descr="Editable text; source id s2_s"/>
          <p:cNvSpPr txBox="1"/>
          <p:nvPr/>
        </p:nvSpPr>
        <p:spPr>
          <a:xfrm>
            <a:off x="2539999" y="4659312"/>
            <a:ext cx="139699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109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937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goai-style-bank</a:t>
            </a:r>
          </a:p>
        </p:txBody>
      </p:sp>
      <p:sp>
        <p:nvSpPr>
          <p:cNvPr id="87" name="s3" descr="Editable shape; source id s3"/>
          <p:cNvSpPr/>
          <p:nvPr/>
        </p:nvSpPr>
        <p:spPr>
          <a:xfrm>
            <a:off x="4317999" y="3746499"/>
            <a:ext cx="1635124" cy="674687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5081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s3_b" descr="Editable shape; source id s3_b"/>
          <p:cNvSpPr/>
          <p:nvPr/>
        </p:nvSpPr>
        <p:spPr>
          <a:xfrm>
            <a:off x="4317999" y="3746499"/>
            <a:ext cx="47624" cy="674687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s3_g_a_0" descr="Editable line; source id s3_g_a_0"/>
          <p:cNvCxnSpPr/>
          <p:nvPr/>
        </p:nvCxnSpPr>
        <p:spPr>
          <a:xfrm>
            <a:off x="4484687" y="4024312"/>
            <a:ext cx="39687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3_g_a_1" descr="Editable line; source id s3_g_a_1"/>
          <p:cNvCxnSpPr/>
          <p:nvPr/>
        </p:nvCxnSpPr>
        <p:spPr>
          <a:xfrm flipV="1">
            <a:off x="4524374" y="3905249"/>
            <a:ext cx="15875" cy="119063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3_g_a_2" descr="Editable line; source id s3_g_a_2"/>
          <p:cNvCxnSpPr/>
          <p:nvPr/>
        </p:nvCxnSpPr>
        <p:spPr>
          <a:xfrm>
            <a:off x="4540249" y="3905249"/>
            <a:ext cx="15875" cy="119063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3_g_a_3" descr="Editable line; source id s3_g_a_3"/>
          <p:cNvCxnSpPr/>
          <p:nvPr/>
        </p:nvCxnSpPr>
        <p:spPr>
          <a:xfrm>
            <a:off x="4556124" y="4024312"/>
            <a:ext cx="3175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3_g_a_4" descr="Editable line; source id s3_g_a_4"/>
          <p:cNvCxnSpPr/>
          <p:nvPr/>
        </p:nvCxnSpPr>
        <p:spPr>
          <a:xfrm flipV="1">
            <a:off x="4587874" y="3944937"/>
            <a:ext cx="15875" cy="7937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3_g_a_5" descr="Editable line; source id s3_g_a_5"/>
          <p:cNvCxnSpPr/>
          <p:nvPr/>
        </p:nvCxnSpPr>
        <p:spPr>
          <a:xfrm>
            <a:off x="4603749" y="3944937"/>
            <a:ext cx="15875" cy="7937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3_g_a_6" descr="Editable line; source id s3_g_a_6"/>
          <p:cNvCxnSpPr/>
          <p:nvPr/>
        </p:nvCxnSpPr>
        <p:spPr>
          <a:xfrm>
            <a:off x="4619624" y="4024312"/>
            <a:ext cx="3175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3_g_a_7" descr="Editable line; source id s3_g_a_7"/>
          <p:cNvCxnSpPr/>
          <p:nvPr/>
        </p:nvCxnSpPr>
        <p:spPr>
          <a:xfrm flipV="1">
            <a:off x="4651374" y="3976687"/>
            <a:ext cx="7938" cy="4762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3_g_a_8" descr="Editable line; source id s3_g_a_8"/>
          <p:cNvCxnSpPr/>
          <p:nvPr/>
        </p:nvCxnSpPr>
        <p:spPr>
          <a:xfrm>
            <a:off x="4659312" y="3976687"/>
            <a:ext cx="7937" cy="4762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3_g_a_9" descr="Editable line; source id s3_g_a_9"/>
          <p:cNvCxnSpPr/>
          <p:nvPr/>
        </p:nvCxnSpPr>
        <p:spPr>
          <a:xfrm>
            <a:off x="4667249" y="4024312"/>
            <a:ext cx="23813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3_g_k_0" descr="Editable line; source id s3_g_k_0"/>
          <p:cNvCxnSpPr/>
          <p:nvPr/>
        </p:nvCxnSpPr>
        <p:spPr>
          <a:xfrm>
            <a:off x="4619624" y="3881437"/>
            <a:ext cx="23813" cy="23812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3_g_k_1" descr="Editable line; source id s3_g_k_1"/>
          <p:cNvCxnSpPr/>
          <p:nvPr/>
        </p:nvCxnSpPr>
        <p:spPr>
          <a:xfrm flipV="1">
            <a:off x="4643437" y="3841749"/>
            <a:ext cx="47625" cy="6350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s3_t" descr="Editable text; source id s3_t"/>
          <p:cNvSpPr txBox="1"/>
          <p:nvPr/>
        </p:nvSpPr>
        <p:spPr>
          <a:xfrm>
            <a:off x="4778374" y="3817937"/>
            <a:ext cx="817562" cy="293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4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引用核查</a:t>
            </a:r>
          </a:p>
        </p:txBody>
      </p:sp>
      <p:sp>
        <p:nvSpPr>
          <p:cNvPr id="102" name="s3_s" descr="Editable text; source id s3_s"/>
          <p:cNvSpPr txBox="1"/>
          <p:nvPr/>
        </p:nvSpPr>
        <p:spPr>
          <a:xfrm>
            <a:off x="4460874" y="4127499"/>
            <a:ext cx="139699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109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937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goai-ref-guard</a:t>
            </a:r>
          </a:p>
        </p:txBody>
      </p:sp>
      <p:sp>
        <p:nvSpPr>
          <p:cNvPr id="103" name="s4" descr="Editable shape; source id s4"/>
          <p:cNvSpPr/>
          <p:nvPr/>
        </p:nvSpPr>
        <p:spPr>
          <a:xfrm>
            <a:off x="6238874" y="3746499"/>
            <a:ext cx="1635124" cy="674687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5081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s4_b" descr="Editable shape; source id s4_b"/>
          <p:cNvSpPr/>
          <p:nvPr/>
        </p:nvSpPr>
        <p:spPr>
          <a:xfrm>
            <a:off x="6238874" y="3746499"/>
            <a:ext cx="47624" cy="674687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s4_g_a" descr="Editable shape; source id s4_g_a"/>
          <p:cNvSpPr/>
          <p:nvPr/>
        </p:nvSpPr>
        <p:spPr>
          <a:xfrm>
            <a:off x="6476999" y="3841749"/>
            <a:ext cx="71437" cy="71437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s4_g_b" descr="Editable shape; source id s4_g_b"/>
          <p:cNvSpPr/>
          <p:nvPr/>
        </p:nvSpPr>
        <p:spPr>
          <a:xfrm>
            <a:off x="6397624" y="3968749"/>
            <a:ext cx="71437" cy="71437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s4_g_c" descr="Editable shape; source id s4_g_c"/>
          <p:cNvSpPr/>
          <p:nvPr/>
        </p:nvSpPr>
        <p:spPr>
          <a:xfrm>
            <a:off x="6548437" y="3968749"/>
            <a:ext cx="71437" cy="71437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8" name="s4_g_l" descr="Editable line; source id s4_g_l"/>
          <p:cNvCxnSpPr/>
          <p:nvPr/>
        </p:nvCxnSpPr>
        <p:spPr>
          <a:xfrm flipH="1">
            <a:off x="6429374" y="3913187"/>
            <a:ext cx="79375" cy="55562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4_g_r" descr="Editable line; source id s4_g_r"/>
          <p:cNvCxnSpPr/>
          <p:nvPr/>
        </p:nvCxnSpPr>
        <p:spPr>
          <a:xfrm>
            <a:off x="6508749" y="3913187"/>
            <a:ext cx="79375" cy="55562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s4_t" descr="Editable text; source id s4_t"/>
          <p:cNvSpPr txBox="1"/>
          <p:nvPr/>
        </p:nvSpPr>
        <p:spPr>
          <a:xfrm>
            <a:off x="6699249" y="3817937"/>
            <a:ext cx="634999" cy="293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4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分类法</a:t>
            </a:r>
          </a:p>
        </p:txBody>
      </p:sp>
      <p:sp>
        <p:nvSpPr>
          <p:cNvPr id="111" name="s4_s" descr="Editable text; source id s4_s"/>
          <p:cNvSpPr txBox="1"/>
          <p:nvPr/>
        </p:nvSpPr>
        <p:spPr>
          <a:xfrm>
            <a:off x="6381749" y="4127499"/>
            <a:ext cx="139699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109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937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goai-survey-writer</a:t>
            </a:r>
          </a:p>
        </p:txBody>
      </p:sp>
      <p:sp>
        <p:nvSpPr>
          <p:cNvPr id="112" name="s5" descr="Editable shape; source id s5"/>
          <p:cNvSpPr/>
          <p:nvPr/>
        </p:nvSpPr>
        <p:spPr>
          <a:xfrm>
            <a:off x="8159749" y="2992437"/>
            <a:ext cx="1635124" cy="674687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5081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s5_b" descr="Editable shape; source id s5_b"/>
          <p:cNvSpPr/>
          <p:nvPr/>
        </p:nvSpPr>
        <p:spPr>
          <a:xfrm>
            <a:off x="8159749" y="2992437"/>
            <a:ext cx="47624" cy="674687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4" name="s5_g_a_0" descr="Editable line; source id s5_g_a_0"/>
          <p:cNvCxnSpPr/>
          <p:nvPr/>
        </p:nvCxnSpPr>
        <p:spPr>
          <a:xfrm>
            <a:off x="8326437" y="3278187"/>
            <a:ext cx="4762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5_g_a_1" descr="Editable line; source id s5_g_a_1"/>
          <p:cNvCxnSpPr/>
          <p:nvPr/>
        </p:nvCxnSpPr>
        <p:spPr>
          <a:xfrm flipV="1">
            <a:off x="8374062" y="3127374"/>
            <a:ext cx="31750" cy="150813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5_g_a_2" descr="Editable line; source id s5_g_a_2"/>
          <p:cNvCxnSpPr/>
          <p:nvPr/>
        </p:nvCxnSpPr>
        <p:spPr>
          <a:xfrm>
            <a:off x="8405812" y="3127374"/>
            <a:ext cx="6350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5_g_a_3" descr="Editable line; source id s5_g_a_3"/>
          <p:cNvCxnSpPr/>
          <p:nvPr/>
        </p:nvCxnSpPr>
        <p:spPr>
          <a:xfrm>
            <a:off x="8469312" y="3127374"/>
            <a:ext cx="39687" cy="150813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5_g_a_4" descr="Editable line; source id s5_g_a_4"/>
          <p:cNvCxnSpPr/>
          <p:nvPr/>
        </p:nvCxnSpPr>
        <p:spPr>
          <a:xfrm>
            <a:off x="8508999" y="3278187"/>
            <a:ext cx="23813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s5_t" descr="Editable text; source id s5_t"/>
          <p:cNvSpPr txBox="1"/>
          <p:nvPr/>
        </p:nvSpPr>
        <p:spPr>
          <a:xfrm>
            <a:off x="8620124" y="3063874"/>
            <a:ext cx="452437" cy="293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4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图件</a:t>
            </a:r>
          </a:p>
        </p:txBody>
      </p:sp>
      <p:sp>
        <p:nvSpPr>
          <p:cNvPr id="120" name="s5_s" descr="Editable text; source id s5_s"/>
          <p:cNvSpPr txBox="1"/>
          <p:nvPr/>
        </p:nvSpPr>
        <p:spPr>
          <a:xfrm>
            <a:off x="8302624" y="3373437"/>
            <a:ext cx="139699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109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937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goai-figure-studio</a:t>
            </a:r>
          </a:p>
        </p:txBody>
      </p:sp>
      <p:sp>
        <p:nvSpPr>
          <p:cNvPr id="121" name="s6" descr="Editable shape; source id s6"/>
          <p:cNvSpPr/>
          <p:nvPr/>
        </p:nvSpPr>
        <p:spPr>
          <a:xfrm>
            <a:off x="8159749" y="3746499"/>
            <a:ext cx="1635124" cy="674687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5081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s6_b" descr="Editable shape; source id s6_b"/>
          <p:cNvSpPr/>
          <p:nvPr/>
        </p:nvSpPr>
        <p:spPr>
          <a:xfrm>
            <a:off x="8159749" y="3746499"/>
            <a:ext cx="47624" cy="674687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s6_g_s0" descr="Editable shape; source id s6_g_s0"/>
          <p:cNvSpPr/>
          <p:nvPr/>
        </p:nvSpPr>
        <p:spPr>
          <a:xfrm>
            <a:off x="8350249" y="3849687"/>
            <a:ext cx="119062" cy="182562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4" name="s6_g_l1" descr="Editable line; source id s6_g_l1"/>
          <p:cNvCxnSpPr/>
          <p:nvPr/>
        </p:nvCxnSpPr>
        <p:spPr>
          <a:xfrm>
            <a:off x="8381999" y="3921124"/>
            <a:ext cx="793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6_g_l2" descr="Editable line; source id s6_g_l2"/>
          <p:cNvCxnSpPr/>
          <p:nvPr/>
        </p:nvCxnSpPr>
        <p:spPr>
          <a:xfrm>
            <a:off x="8381999" y="3952874"/>
            <a:ext cx="793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6_g_l3" descr="Editable line; source id s6_g_l3"/>
          <p:cNvCxnSpPr/>
          <p:nvPr/>
        </p:nvCxnSpPr>
        <p:spPr>
          <a:xfrm>
            <a:off x="8381999" y="3992562"/>
            <a:ext cx="55563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s6_t" descr="Editable text; source id s6_t"/>
          <p:cNvSpPr txBox="1"/>
          <p:nvPr/>
        </p:nvSpPr>
        <p:spPr>
          <a:xfrm>
            <a:off x="8620124" y="3817937"/>
            <a:ext cx="452437" cy="293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4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写作</a:t>
            </a:r>
          </a:p>
        </p:txBody>
      </p:sp>
      <p:sp>
        <p:nvSpPr>
          <p:cNvPr id="128" name="s6_s" descr="Editable text; source id s6_s"/>
          <p:cNvSpPr txBox="1"/>
          <p:nvPr/>
        </p:nvSpPr>
        <p:spPr>
          <a:xfrm>
            <a:off x="8302624" y="4127499"/>
            <a:ext cx="139699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109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937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goai-survey-writer</a:t>
            </a:r>
          </a:p>
        </p:txBody>
      </p:sp>
      <p:sp>
        <p:nvSpPr>
          <p:cNvPr id="129" name="s7" descr="Editable shape; source id s7"/>
          <p:cNvSpPr/>
          <p:nvPr/>
        </p:nvSpPr>
        <p:spPr>
          <a:xfrm>
            <a:off x="8159749" y="4500562"/>
            <a:ext cx="1635124" cy="674687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5081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s7_b" descr="Editable shape; source id s7_b"/>
          <p:cNvSpPr/>
          <p:nvPr/>
        </p:nvSpPr>
        <p:spPr>
          <a:xfrm>
            <a:off x="8159749" y="4500562"/>
            <a:ext cx="47624" cy="674687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1" name="s7_g_n_0" descr="Editable line; source id s7_g_n_0"/>
          <p:cNvCxnSpPr/>
          <p:nvPr/>
        </p:nvCxnSpPr>
        <p:spPr>
          <a:xfrm>
            <a:off x="8405812" y="4595812"/>
            <a:ext cx="0" cy="71437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7_g_n_1" descr="Editable line; source id s7_g_n_1"/>
          <p:cNvCxnSpPr/>
          <p:nvPr/>
        </p:nvCxnSpPr>
        <p:spPr>
          <a:xfrm flipH="1">
            <a:off x="8334374" y="4667249"/>
            <a:ext cx="71438" cy="12700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7_g_n_2" descr="Editable line; source id s7_g_n_2"/>
          <p:cNvCxnSpPr/>
          <p:nvPr/>
        </p:nvCxnSpPr>
        <p:spPr>
          <a:xfrm>
            <a:off x="8334374" y="4794249"/>
            <a:ext cx="19050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7_g_n_3" descr="Editable line; source id s7_g_n_3"/>
          <p:cNvCxnSpPr/>
          <p:nvPr/>
        </p:nvCxnSpPr>
        <p:spPr>
          <a:xfrm flipH="1" flipV="1">
            <a:off x="8453437" y="4667249"/>
            <a:ext cx="71437" cy="12700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7_g_n_4" descr="Editable line; source id s7_g_n_4"/>
          <p:cNvCxnSpPr/>
          <p:nvPr/>
        </p:nvCxnSpPr>
        <p:spPr>
          <a:xfrm flipV="1">
            <a:off x="8453437" y="4595812"/>
            <a:ext cx="0" cy="71437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7_g_m" descr="Editable line; source id s7_g_m"/>
          <p:cNvCxnSpPr/>
          <p:nvPr/>
        </p:nvCxnSpPr>
        <p:spPr>
          <a:xfrm>
            <a:off x="8397874" y="4595812"/>
            <a:ext cx="6350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s7_g_d1" descr="Editable shape; source id s7_g_d1"/>
          <p:cNvSpPr/>
          <p:nvPr/>
        </p:nvSpPr>
        <p:spPr>
          <a:xfrm>
            <a:off x="8397874" y="4738687"/>
            <a:ext cx="23812" cy="23812"/>
          </a:xfrm>
          <a:prstGeom prst="ellipse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s7_g_d2" descr="Editable shape; source id s7_g_d2"/>
          <p:cNvSpPr/>
          <p:nvPr/>
        </p:nvSpPr>
        <p:spPr>
          <a:xfrm>
            <a:off x="8445499" y="4754562"/>
            <a:ext cx="15874" cy="15874"/>
          </a:xfrm>
          <a:prstGeom prst="ellipse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s7_t" descr="Editable text; source id s7_t"/>
          <p:cNvSpPr txBox="1"/>
          <p:nvPr/>
        </p:nvSpPr>
        <p:spPr>
          <a:xfrm>
            <a:off x="8620124" y="4571999"/>
            <a:ext cx="817562" cy="293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4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实验构想</a:t>
            </a:r>
          </a:p>
        </p:txBody>
      </p:sp>
      <p:sp>
        <p:nvSpPr>
          <p:cNvPr id="140" name="s7_s" descr="Editable text; source id s7_s"/>
          <p:cNvSpPr txBox="1"/>
          <p:nvPr/>
        </p:nvSpPr>
        <p:spPr>
          <a:xfrm>
            <a:off x="8302624" y="4881562"/>
            <a:ext cx="139699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109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937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goai-idea-forge</a:t>
            </a:r>
          </a:p>
        </p:txBody>
      </p:sp>
      <p:sp>
        <p:nvSpPr>
          <p:cNvPr id="141" name="s8" descr="Editable shape; source id s8"/>
          <p:cNvSpPr/>
          <p:nvPr/>
        </p:nvSpPr>
        <p:spPr>
          <a:xfrm>
            <a:off x="10080624" y="3746499"/>
            <a:ext cx="1635124" cy="674687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5081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s8_b" descr="Editable shape; source id s8_b"/>
          <p:cNvSpPr/>
          <p:nvPr/>
        </p:nvSpPr>
        <p:spPr>
          <a:xfrm>
            <a:off x="10080624" y="3746499"/>
            <a:ext cx="47624" cy="674687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s8_g_s0" descr="Editable shape; source id s8_g_s0"/>
          <p:cNvSpPr/>
          <p:nvPr/>
        </p:nvSpPr>
        <p:spPr>
          <a:xfrm>
            <a:off x="10271124" y="3849687"/>
            <a:ext cx="119062" cy="182562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4" name="s8_g_l1" descr="Editable line; source id s8_g_l1"/>
          <p:cNvCxnSpPr/>
          <p:nvPr/>
        </p:nvCxnSpPr>
        <p:spPr>
          <a:xfrm>
            <a:off x="10302874" y="3921124"/>
            <a:ext cx="793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8_g_l2" descr="Editable line; source id s8_g_l2"/>
          <p:cNvCxnSpPr/>
          <p:nvPr/>
        </p:nvCxnSpPr>
        <p:spPr>
          <a:xfrm>
            <a:off x="10302874" y="3952874"/>
            <a:ext cx="793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8_g_l3" descr="Editable line; source id s8_g_l3"/>
          <p:cNvCxnSpPr/>
          <p:nvPr/>
        </p:nvCxnSpPr>
        <p:spPr>
          <a:xfrm>
            <a:off x="10302874" y="3992562"/>
            <a:ext cx="55563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8_g_q_0" descr="Editable line; source id s8_g_q_0"/>
          <p:cNvCxnSpPr/>
          <p:nvPr/>
        </p:nvCxnSpPr>
        <p:spPr>
          <a:xfrm>
            <a:off x="10326687" y="3929062"/>
            <a:ext cx="39687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8_g_q_1" descr="Editable line; source id s8_g_q_1"/>
          <p:cNvCxnSpPr/>
          <p:nvPr/>
        </p:nvCxnSpPr>
        <p:spPr>
          <a:xfrm>
            <a:off x="10366374" y="3929062"/>
            <a:ext cx="0" cy="39687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8_g_q_2" descr="Editable line; source id s8_g_q_2"/>
          <p:cNvCxnSpPr/>
          <p:nvPr/>
        </p:nvCxnSpPr>
        <p:spPr>
          <a:xfrm flipH="1">
            <a:off x="10342562" y="3968749"/>
            <a:ext cx="23812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8_g_q_3" descr="Editable line; source id s8_g_q_3"/>
          <p:cNvCxnSpPr/>
          <p:nvPr/>
        </p:nvCxnSpPr>
        <p:spPr>
          <a:xfrm>
            <a:off x="10342562" y="3968749"/>
            <a:ext cx="0" cy="23813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s8_t" descr="Editable text; source id s8_t"/>
          <p:cNvSpPr txBox="1"/>
          <p:nvPr/>
        </p:nvSpPr>
        <p:spPr>
          <a:xfrm>
            <a:off x="10540999" y="3817937"/>
            <a:ext cx="817562" cy="293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4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对抗审稿</a:t>
            </a:r>
          </a:p>
        </p:txBody>
      </p:sp>
      <p:sp>
        <p:nvSpPr>
          <p:cNvPr id="152" name="s8_s" descr="Editable text; source id s8_s"/>
          <p:cNvSpPr txBox="1"/>
          <p:nvPr/>
        </p:nvSpPr>
        <p:spPr>
          <a:xfrm>
            <a:off x="10223499" y="4127499"/>
            <a:ext cx="139699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109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937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goai-reviewer</a:t>
            </a:r>
          </a:p>
        </p:txBody>
      </p:sp>
      <p:cxnSp>
        <p:nvCxnSpPr>
          <p:cNvPr id="153" name="f1t_0" descr="Editable line; source id f1t_0"/>
          <p:cNvCxnSpPr/>
          <p:nvPr/>
        </p:nvCxnSpPr>
        <p:spPr>
          <a:xfrm>
            <a:off x="2151062" y="4079874"/>
            <a:ext cx="71437" cy="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f1b_0" descr="Editable line; source id f1b_0"/>
          <p:cNvCxnSpPr/>
          <p:nvPr/>
        </p:nvCxnSpPr>
        <p:spPr>
          <a:xfrm>
            <a:off x="2222499" y="3706812"/>
            <a:ext cx="0" cy="912812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f1a0_0" descr="Editable line; source id f1a0_0"/>
          <p:cNvSpPr/>
          <p:nvPr/>
        </p:nvSpPr>
        <p:spPr>
          <a:xfrm>
            <a:off x="2222500" y="3659187"/>
            <a:ext cx="134937" cy="95250"/>
          </a:xfrm>
          <a:custGeom>
            <a:avLst/>
            <a:gdLst/>
            <a:ahLst/>
            <a:cxnLst/>
            <a:rect l="l" t="t" r="r" b="b"/>
            <a:pathLst>
              <a:path w="17000" h="12000">
                <a:moveTo>
                  <a:pt x="0" y="4750"/>
                </a:moveTo>
                <a:lnTo>
                  <a:pt x="2000" y="4750"/>
                </a:lnTo>
                <a:lnTo>
                  <a:pt x="2000" y="0"/>
                </a:lnTo>
                <a:lnTo>
                  <a:pt x="17000" y="6000"/>
                </a:lnTo>
                <a:lnTo>
                  <a:pt x="2000" y="12000"/>
                </a:lnTo>
                <a:lnTo>
                  <a:pt x="2000" y="7250"/>
                </a:lnTo>
                <a:lnTo>
                  <a:pt x="0" y="725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f1a1_0" descr="Editable line; source id f1a1_0"/>
          <p:cNvSpPr/>
          <p:nvPr/>
        </p:nvSpPr>
        <p:spPr>
          <a:xfrm>
            <a:off x="2222500" y="4572000"/>
            <a:ext cx="134937" cy="95250"/>
          </a:xfrm>
          <a:custGeom>
            <a:avLst/>
            <a:gdLst/>
            <a:ahLst/>
            <a:cxnLst/>
            <a:rect l="l" t="t" r="r" b="b"/>
            <a:pathLst>
              <a:path w="17000" h="12000">
                <a:moveTo>
                  <a:pt x="0" y="4750"/>
                </a:moveTo>
                <a:lnTo>
                  <a:pt x="2000" y="4750"/>
                </a:lnTo>
                <a:lnTo>
                  <a:pt x="2000" y="0"/>
                </a:lnTo>
                <a:lnTo>
                  <a:pt x="17000" y="6000"/>
                </a:lnTo>
                <a:lnTo>
                  <a:pt x="2000" y="12000"/>
                </a:lnTo>
                <a:lnTo>
                  <a:pt x="2000" y="7250"/>
                </a:lnTo>
                <a:lnTo>
                  <a:pt x="0" y="725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7" name="m1a0_0" descr="Editable line; source id m1a0_0"/>
          <p:cNvCxnSpPr/>
          <p:nvPr/>
        </p:nvCxnSpPr>
        <p:spPr>
          <a:xfrm>
            <a:off x="4071937" y="3706812"/>
            <a:ext cx="71437" cy="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m1a1_0" descr="Editable line; source id m1a1_0"/>
          <p:cNvCxnSpPr/>
          <p:nvPr/>
        </p:nvCxnSpPr>
        <p:spPr>
          <a:xfrm>
            <a:off x="4071937" y="4619624"/>
            <a:ext cx="71437" cy="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m1b_0" descr="Editable line; source id m1b_0"/>
          <p:cNvCxnSpPr/>
          <p:nvPr/>
        </p:nvCxnSpPr>
        <p:spPr>
          <a:xfrm>
            <a:off x="4143374" y="3706812"/>
            <a:ext cx="0" cy="912812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m1t_0" descr="Editable line; source id m1t_0"/>
          <p:cNvSpPr/>
          <p:nvPr/>
        </p:nvSpPr>
        <p:spPr>
          <a:xfrm>
            <a:off x="4143375" y="4032250"/>
            <a:ext cx="134937" cy="95250"/>
          </a:xfrm>
          <a:custGeom>
            <a:avLst/>
            <a:gdLst/>
            <a:ahLst/>
            <a:cxnLst/>
            <a:rect l="l" t="t" r="r" b="b"/>
            <a:pathLst>
              <a:path w="17000" h="12000">
                <a:moveTo>
                  <a:pt x="0" y="4750"/>
                </a:moveTo>
                <a:lnTo>
                  <a:pt x="2000" y="4750"/>
                </a:lnTo>
                <a:lnTo>
                  <a:pt x="2000" y="0"/>
                </a:lnTo>
                <a:lnTo>
                  <a:pt x="17000" y="6000"/>
                </a:lnTo>
                <a:lnTo>
                  <a:pt x="2000" y="12000"/>
                </a:lnTo>
                <a:lnTo>
                  <a:pt x="2000" y="7250"/>
                </a:lnTo>
                <a:lnTo>
                  <a:pt x="0" y="725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e23_0" descr="Editable line; source id e23_0"/>
          <p:cNvSpPr/>
          <p:nvPr/>
        </p:nvSpPr>
        <p:spPr>
          <a:xfrm>
            <a:off x="5992812" y="4032250"/>
            <a:ext cx="206375" cy="95250"/>
          </a:xfrm>
          <a:custGeom>
            <a:avLst/>
            <a:gdLst/>
            <a:ahLst/>
            <a:cxnLst/>
            <a:rect l="l" t="t" r="r" b="b"/>
            <a:pathLst>
              <a:path w="26000" h="12000">
                <a:moveTo>
                  <a:pt x="0" y="4750"/>
                </a:moveTo>
                <a:lnTo>
                  <a:pt x="11000" y="4750"/>
                </a:lnTo>
                <a:lnTo>
                  <a:pt x="11000" y="0"/>
                </a:lnTo>
                <a:lnTo>
                  <a:pt x="26000" y="6000"/>
                </a:lnTo>
                <a:lnTo>
                  <a:pt x="11000" y="12000"/>
                </a:lnTo>
                <a:lnTo>
                  <a:pt x="11000" y="7250"/>
                </a:lnTo>
                <a:lnTo>
                  <a:pt x="0" y="725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2" name="f2t_0" descr="Editable line; source id f2t_0"/>
          <p:cNvCxnSpPr/>
          <p:nvPr/>
        </p:nvCxnSpPr>
        <p:spPr>
          <a:xfrm>
            <a:off x="7913687" y="4079874"/>
            <a:ext cx="71437" cy="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f2b_0" descr="Editable line; source id f2b_0"/>
          <p:cNvCxnSpPr/>
          <p:nvPr/>
        </p:nvCxnSpPr>
        <p:spPr>
          <a:xfrm>
            <a:off x="7985124" y="3333749"/>
            <a:ext cx="0" cy="1508125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f2a0_0" descr="Editable line; source id f2a0_0"/>
          <p:cNvSpPr/>
          <p:nvPr/>
        </p:nvSpPr>
        <p:spPr>
          <a:xfrm>
            <a:off x="7985125" y="3286125"/>
            <a:ext cx="134937" cy="95250"/>
          </a:xfrm>
          <a:custGeom>
            <a:avLst/>
            <a:gdLst/>
            <a:ahLst/>
            <a:cxnLst/>
            <a:rect l="l" t="t" r="r" b="b"/>
            <a:pathLst>
              <a:path w="17000" h="12000">
                <a:moveTo>
                  <a:pt x="0" y="4750"/>
                </a:moveTo>
                <a:lnTo>
                  <a:pt x="2000" y="4750"/>
                </a:lnTo>
                <a:lnTo>
                  <a:pt x="2000" y="0"/>
                </a:lnTo>
                <a:lnTo>
                  <a:pt x="17000" y="6000"/>
                </a:lnTo>
                <a:lnTo>
                  <a:pt x="2000" y="12000"/>
                </a:lnTo>
                <a:lnTo>
                  <a:pt x="2000" y="7250"/>
                </a:lnTo>
                <a:lnTo>
                  <a:pt x="0" y="725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f2a1_0" descr="Editable line; source id f2a1_0"/>
          <p:cNvSpPr/>
          <p:nvPr/>
        </p:nvSpPr>
        <p:spPr>
          <a:xfrm>
            <a:off x="7985125" y="4032250"/>
            <a:ext cx="134937" cy="95250"/>
          </a:xfrm>
          <a:custGeom>
            <a:avLst/>
            <a:gdLst/>
            <a:ahLst/>
            <a:cxnLst/>
            <a:rect l="l" t="t" r="r" b="b"/>
            <a:pathLst>
              <a:path w="17000" h="12000">
                <a:moveTo>
                  <a:pt x="0" y="4750"/>
                </a:moveTo>
                <a:lnTo>
                  <a:pt x="2000" y="4750"/>
                </a:lnTo>
                <a:lnTo>
                  <a:pt x="2000" y="0"/>
                </a:lnTo>
                <a:lnTo>
                  <a:pt x="17000" y="6000"/>
                </a:lnTo>
                <a:lnTo>
                  <a:pt x="2000" y="12000"/>
                </a:lnTo>
                <a:lnTo>
                  <a:pt x="2000" y="7250"/>
                </a:lnTo>
                <a:lnTo>
                  <a:pt x="0" y="725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f2a2_0" descr="Editable line; source id f2a2_0"/>
          <p:cNvSpPr/>
          <p:nvPr/>
        </p:nvSpPr>
        <p:spPr>
          <a:xfrm>
            <a:off x="7985125" y="4794250"/>
            <a:ext cx="134937" cy="95250"/>
          </a:xfrm>
          <a:custGeom>
            <a:avLst/>
            <a:gdLst/>
            <a:ahLst/>
            <a:cxnLst/>
            <a:rect l="l" t="t" r="r" b="b"/>
            <a:pathLst>
              <a:path w="17000" h="12000">
                <a:moveTo>
                  <a:pt x="0" y="4750"/>
                </a:moveTo>
                <a:lnTo>
                  <a:pt x="2000" y="4750"/>
                </a:lnTo>
                <a:lnTo>
                  <a:pt x="2000" y="0"/>
                </a:lnTo>
                <a:lnTo>
                  <a:pt x="17000" y="6000"/>
                </a:lnTo>
                <a:lnTo>
                  <a:pt x="2000" y="12000"/>
                </a:lnTo>
                <a:lnTo>
                  <a:pt x="2000" y="7250"/>
                </a:lnTo>
                <a:lnTo>
                  <a:pt x="0" y="725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7" name="m2a0_0" descr="Editable line; source id m2a0_0"/>
          <p:cNvCxnSpPr/>
          <p:nvPr/>
        </p:nvCxnSpPr>
        <p:spPr>
          <a:xfrm>
            <a:off x="9834562" y="3333749"/>
            <a:ext cx="71437" cy="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m2a1_0" descr="Editable line; source id m2a1_0"/>
          <p:cNvCxnSpPr/>
          <p:nvPr/>
        </p:nvCxnSpPr>
        <p:spPr>
          <a:xfrm>
            <a:off x="9834562" y="4079874"/>
            <a:ext cx="71437" cy="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m2a2_0" descr="Editable line; source id m2a2_0"/>
          <p:cNvCxnSpPr/>
          <p:nvPr/>
        </p:nvCxnSpPr>
        <p:spPr>
          <a:xfrm>
            <a:off x="9834562" y="4841874"/>
            <a:ext cx="71437" cy="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m2b_0" descr="Editable line; source id m2b_0"/>
          <p:cNvCxnSpPr/>
          <p:nvPr/>
        </p:nvCxnSpPr>
        <p:spPr>
          <a:xfrm>
            <a:off x="9905999" y="3333749"/>
            <a:ext cx="0" cy="1508125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m2t_0" descr="Editable line; source id m2t_0"/>
          <p:cNvSpPr/>
          <p:nvPr/>
        </p:nvSpPr>
        <p:spPr>
          <a:xfrm>
            <a:off x="9906000" y="4032250"/>
            <a:ext cx="134937" cy="95250"/>
          </a:xfrm>
          <a:custGeom>
            <a:avLst/>
            <a:gdLst/>
            <a:ahLst/>
            <a:cxnLst/>
            <a:rect l="l" t="t" r="r" b="b"/>
            <a:pathLst>
              <a:path w="17000" h="12000">
                <a:moveTo>
                  <a:pt x="0" y="4750"/>
                </a:moveTo>
                <a:lnTo>
                  <a:pt x="2000" y="4750"/>
                </a:lnTo>
                <a:lnTo>
                  <a:pt x="2000" y="0"/>
                </a:lnTo>
                <a:lnTo>
                  <a:pt x="17000" y="6000"/>
                </a:lnTo>
                <a:lnTo>
                  <a:pt x="2000" y="12000"/>
                </a:lnTo>
                <a:lnTo>
                  <a:pt x="2000" y="7250"/>
                </a:lnTo>
                <a:lnTo>
                  <a:pt x="0" y="725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ev1" descr="Editable shape; source id ev1"/>
          <p:cNvSpPr/>
          <p:nvPr/>
        </p:nvSpPr>
        <p:spPr>
          <a:xfrm>
            <a:off x="1508124" y="2651124"/>
            <a:ext cx="2071687" cy="309562"/>
          </a:xfrm>
          <a:prstGeom prst="roundRect">
            <a:avLst>
              <a:gd name="adj" fmla="val 50000"/>
            </a:avLst>
          </a:prstGeom>
          <a:solidFill>
            <a:srgbClr val="E6F2F3"/>
          </a:solidFill>
          <a:ln w="12699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ev1_t" descr="Editable text; source id ev1_t"/>
          <p:cNvSpPr txBox="1"/>
          <p:nvPr/>
        </p:nvSpPr>
        <p:spPr>
          <a:xfrm>
            <a:off x="1587499" y="2682874"/>
            <a:ext cx="1912937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124" b="0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≥3 </a:t>
            </a:r>
            <a:r>
              <a:rPr sz="1124" b="0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路分片</a:t>
            </a:r>
            <a:r>
              <a:rPr sz="1124" b="0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124" b="0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各记一条</a:t>
            </a:r>
            <a:r>
              <a:rPr sz="1124" b="0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 done</a:t>
            </a:r>
          </a:p>
        </p:txBody>
      </p:sp>
      <p:sp>
        <p:nvSpPr>
          <p:cNvPr id="174" name="ev2" descr="Editable shape; source id ev2"/>
          <p:cNvSpPr/>
          <p:nvPr/>
        </p:nvSpPr>
        <p:spPr>
          <a:xfrm>
            <a:off x="6937374" y="2651124"/>
            <a:ext cx="2103437" cy="309562"/>
          </a:xfrm>
          <a:prstGeom prst="roundRect">
            <a:avLst>
              <a:gd name="adj" fmla="val 50000"/>
            </a:avLst>
          </a:prstGeom>
          <a:solidFill>
            <a:srgbClr val="E6F2F3"/>
          </a:solidFill>
          <a:ln w="12699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ev2_t" descr="Editable text; source id ev2_t"/>
          <p:cNvSpPr txBox="1"/>
          <p:nvPr/>
        </p:nvSpPr>
        <p:spPr>
          <a:xfrm>
            <a:off x="7016749" y="2682874"/>
            <a:ext cx="1944687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0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按图</a:t>
            </a:r>
            <a:r>
              <a:rPr sz="1124" b="0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124" b="0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按章节</a:t>
            </a:r>
            <a:r>
              <a:rPr sz="1124" b="0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124" b="0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按目标</a:t>
            </a:r>
            <a:r>
              <a:rPr sz="1124" b="0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124" b="0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并发</a:t>
            </a:r>
          </a:p>
        </p:txBody>
      </p:sp>
      <p:cxnSp>
        <p:nvCxnSpPr>
          <p:cNvPr id="176" name="r1_0" descr="Editable line; source id r1_0"/>
          <p:cNvCxnSpPr/>
          <p:nvPr/>
        </p:nvCxnSpPr>
        <p:spPr>
          <a:xfrm>
            <a:off x="4921249" y="2317749"/>
            <a:ext cx="0" cy="87313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r1_1" descr="Editable line; source id r1_1"/>
          <p:cNvCxnSpPr/>
          <p:nvPr/>
        </p:nvCxnSpPr>
        <p:spPr>
          <a:xfrm flipH="1">
            <a:off x="2539999" y="2405062"/>
            <a:ext cx="2381250" cy="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r1_2" descr="Editable line; source id r1_2"/>
          <p:cNvSpPr/>
          <p:nvPr/>
        </p:nvSpPr>
        <p:spPr>
          <a:xfrm>
            <a:off x="2492375" y="2405062"/>
            <a:ext cx="95250" cy="238125"/>
          </a:xfrm>
          <a:custGeom>
            <a:avLst/>
            <a:gdLst/>
            <a:ahLst/>
            <a:cxnLst/>
            <a:rect l="l" t="t" r="r" b="b"/>
            <a:pathLst>
              <a:path w="12000" h="30000">
                <a:moveTo>
                  <a:pt x="7250" y="0"/>
                </a:moveTo>
                <a:lnTo>
                  <a:pt x="7250" y="15000"/>
                </a:lnTo>
                <a:lnTo>
                  <a:pt x="12000" y="15000"/>
                </a:lnTo>
                <a:lnTo>
                  <a:pt x="6000" y="30000"/>
                </a:lnTo>
                <a:lnTo>
                  <a:pt x="0" y="15000"/>
                </a:lnTo>
                <a:lnTo>
                  <a:pt x="4750" y="15000"/>
                </a:lnTo>
                <a:lnTo>
                  <a:pt x="475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9" name="r2_0" descr="Editable line; source id r2_0"/>
          <p:cNvCxnSpPr/>
          <p:nvPr/>
        </p:nvCxnSpPr>
        <p:spPr>
          <a:xfrm>
            <a:off x="8413749" y="2317749"/>
            <a:ext cx="0" cy="87313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r2_1" descr="Editable line; source id r2_1"/>
          <p:cNvCxnSpPr/>
          <p:nvPr/>
        </p:nvCxnSpPr>
        <p:spPr>
          <a:xfrm flipH="1">
            <a:off x="7985124" y="2405062"/>
            <a:ext cx="428625" cy="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r2_2" descr="Editable line; source id r2_2"/>
          <p:cNvSpPr/>
          <p:nvPr/>
        </p:nvSpPr>
        <p:spPr>
          <a:xfrm>
            <a:off x="7937500" y="2405062"/>
            <a:ext cx="95250" cy="238125"/>
          </a:xfrm>
          <a:custGeom>
            <a:avLst/>
            <a:gdLst/>
            <a:ahLst/>
            <a:cxnLst/>
            <a:rect l="l" t="t" r="r" b="b"/>
            <a:pathLst>
              <a:path w="12000" h="30000">
                <a:moveTo>
                  <a:pt x="7250" y="0"/>
                </a:moveTo>
                <a:lnTo>
                  <a:pt x="7250" y="15000"/>
                </a:lnTo>
                <a:lnTo>
                  <a:pt x="12000" y="15000"/>
                </a:lnTo>
                <a:lnTo>
                  <a:pt x="6000" y="30000"/>
                </a:lnTo>
                <a:lnTo>
                  <a:pt x="0" y="15000"/>
                </a:lnTo>
                <a:lnTo>
                  <a:pt x="4750" y="15000"/>
                </a:lnTo>
                <a:lnTo>
                  <a:pt x="475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dsp_0" descr="Editable line; source id dsp_0"/>
          <p:cNvSpPr/>
          <p:nvPr/>
        </p:nvSpPr>
        <p:spPr>
          <a:xfrm>
            <a:off x="1539875" y="2317750"/>
            <a:ext cx="95250" cy="1389062"/>
          </a:xfrm>
          <a:custGeom>
            <a:avLst/>
            <a:gdLst/>
            <a:ahLst/>
            <a:cxnLst/>
            <a:rect l="l" t="t" r="r" b="b"/>
            <a:pathLst>
              <a:path w="12000" h="175000">
                <a:moveTo>
                  <a:pt x="7250" y="0"/>
                </a:moveTo>
                <a:lnTo>
                  <a:pt x="7250" y="160000"/>
                </a:lnTo>
                <a:lnTo>
                  <a:pt x="12000" y="160000"/>
                </a:lnTo>
                <a:lnTo>
                  <a:pt x="6000" y="175000"/>
                </a:lnTo>
                <a:lnTo>
                  <a:pt x="0" y="160000"/>
                </a:lnTo>
                <a:lnTo>
                  <a:pt x="4750" y="160000"/>
                </a:lnTo>
                <a:lnTo>
                  <a:pt x="475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dsp_p" descr="Editable shape; source id dsp_p"/>
          <p:cNvSpPr/>
          <p:nvPr/>
        </p:nvSpPr>
        <p:spPr>
          <a:xfrm>
            <a:off x="1301749" y="3000374"/>
            <a:ext cx="571499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699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dsp_p_t" descr="Editable text; source id dsp_p_t"/>
          <p:cNvSpPr txBox="1"/>
          <p:nvPr/>
        </p:nvSpPr>
        <p:spPr>
          <a:xfrm>
            <a:off x="1381124" y="3032124"/>
            <a:ext cx="412749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分派</a:t>
            </a:r>
          </a:p>
        </p:txBody>
      </p:sp>
      <p:cxnSp>
        <p:nvCxnSpPr>
          <p:cNvPr id="185" name="ret_0" descr="Editable line; source id ret_0"/>
          <p:cNvCxnSpPr/>
          <p:nvPr/>
        </p:nvCxnSpPr>
        <p:spPr>
          <a:xfrm flipV="1">
            <a:off x="10898187" y="2952749"/>
            <a:ext cx="0" cy="754063"/>
          </a:xfrm>
          <a:prstGeom prst="line">
            <a:avLst/>
          </a:prstGeom>
          <a:ln w="19843">
            <a:solidFill>
              <a:srgbClr val="3C4753"/>
            </a:solidFill>
            <a:custDash>
              <a:ds d="440000" sp="280000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ret_1" descr="Editable line; source id ret_1"/>
          <p:cNvCxnSpPr/>
          <p:nvPr/>
        </p:nvCxnSpPr>
        <p:spPr>
          <a:xfrm flipH="1">
            <a:off x="7056437" y="2952749"/>
            <a:ext cx="3841750" cy="0"/>
          </a:xfrm>
          <a:prstGeom prst="line">
            <a:avLst/>
          </a:prstGeom>
          <a:ln w="19843">
            <a:solidFill>
              <a:srgbClr val="3C4753"/>
            </a:solidFill>
            <a:custDash>
              <a:ds d="440000" sp="280000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ret_2" descr="Editable line; source id ret_2"/>
          <p:cNvCxnSpPr/>
          <p:nvPr/>
        </p:nvCxnSpPr>
        <p:spPr>
          <a:xfrm>
            <a:off x="7056437" y="2952749"/>
            <a:ext cx="0" cy="754063"/>
          </a:xfrm>
          <a:prstGeom prst="line">
            <a:avLst/>
          </a:prstGeom>
          <a:ln w="19843">
            <a:solidFill>
              <a:srgbClr val="3C4753"/>
            </a:solidFill>
            <a:custDash>
              <a:ds d="440000" sp="280000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ret_p" descr="Editable shape; source id ret_p"/>
          <p:cNvSpPr/>
          <p:nvPr/>
        </p:nvSpPr>
        <p:spPr>
          <a:xfrm>
            <a:off x="9905999" y="2793999"/>
            <a:ext cx="1341437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699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t_p_t" descr="Editable text; source id ret_p_t"/>
          <p:cNvSpPr txBox="1"/>
          <p:nvPr/>
        </p:nvSpPr>
        <p:spPr>
          <a:xfrm>
            <a:off x="9985374" y="2825749"/>
            <a:ext cx="1182687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124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issue </a:t>
            </a:r>
            <a:r>
              <a:rPr sz="1124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路由返工</a:t>
            </a:r>
          </a:p>
        </p:txBody>
      </p:sp>
      <p:sp>
        <p:nvSpPr>
          <p:cNvPr id="190" name="led" descr="Editable shape; source id led"/>
          <p:cNvSpPr/>
          <p:nvPr/>
        </p:nvSpPr>
        <p:spPr>
          <a:xfrm>
            <a:off x="476249" y="5413374"/>
            <a:ext cx="11414124" cy="1349374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5081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led_b" descr="Editable shape; source id led_b"/>
          <p:cNvSpPr/>
          <p:nvPr/>
        </p:nvSpPr>
        <p:spPr>
          <a:xfrm>
            <a:off x="476249" y="5413374"/>
            <a:ext cx="47624" cy="1349374"/>
          </a:xfrm>
          <a:prstGeom prst="roundRect">
            <a:avLst>
              <a:gd name="adj" fmla="val 5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led_g_b" descr="Editable shape; source id led_g_b"/>
          <p:cNvSpPr/>
          <p:nvPr/>
        </p:nvSpPr>
        <p:spPr>
          <a:xfrm>
            <a:off x="650874" y="5532437"/>
            <a:ext cx="190499" cy="166687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3" name="led_g_r1" descr="Editable line; source id led_g_r1"/>
          <p:cNvCxnSpPr/>
          <p:nvPr/>
        </p:nvCxnSpPr>
        <p:spPr>
          <a:xfrm>
            <a:off x="650874" y="5587999"/>
            <a:ext cx="19050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led_g_r2" descr="Editable line; source id led_g_r2"/>
          <p:cNvCxnSpPr/>
          <p:nvPr/>
        </p:nvCxnSpPr>
        <p:spPr>
          <a:xfrm>
            <a:off x="650874" y="5643562"/>
            <a:ext cx="19050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led_g_c1" descr="Editable line; source id led_g_c1"/>
          <p:cNvCxnSpPr/>
          <p:nvPr/>
        </p:nvCxnSpPr>
        <p:spPr>
          <a:xfrm>
            <a:off x="714374" y="5532437"/>
            <a:ext cx="0" cy="166687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led_g_c2" descr="Editable line; source id led_g_c2"/>
          <p:cNvCxnSpPr/>
          <p:nvPr/>
        </p:nvCxnSpPr>
        <p:spPr>
          <a:xfrm>
            <a:off x="777874" y="5532437"/>
            <a:ext cx="0" cy="166687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led_t" descr="Editable text; source id led_t"/>
          <p:cNvSpPr txBox="1"/>
          <p:nvPr/>
        </p:nvSpPr>
        <p:spPr>
          <a:xfrm>
            <a:off x="936624" y="5484812"/>
            <a:ext cx="817562" cy="293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4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回环账本</a:t>
            </a:r>
          </a:p>
        </p:txBody>
      </p:sp>
      <p:sp>
        <p:nvSpPr>
          <p:cNvPr id="198" name="led_s" descr="Editable text; source id led_s"/>
          <p:cNvSpPr txBox="1"/>
          <p:nvPr/>
        </p:nvSpPr>
        <p:spPr>
          <a:xfrm>
            <a:off x="1849437" y="5508624"/>
            <a:ext cx="1111249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90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187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ledger.json</a:t>
            </a:r>
          </a:p>
        </p:txBody>
      </p:sp>
      <p:sp>
        <p:nvSpPr>
          <p:cNvPr id="199" name="led_c0_b" descr="Editable shape; source id led_c0_b"/>
          <p:cNvSpPr/>
          <p:nvPr/>
        </p:nvSpPr>
        <p:spPr>
          <a:xfrm>
            <a:off x="3349624" y="5540374"/>
            <a:ext cx="142874" cy="142874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0" name="led_c0_k_0" descr="Editable line; source id led_c0_k_0"/>
          <p:cNvCxnSpPr/>
          <p:nvPr/>
        </p:nvCxnSpPr>
        <p:spPr>
          <a:xfrm>
            <a:off x="3381374" y="5611812"/>
            <a:ext cx="31750" cy="31750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led_c0_k_1" descr="Editable line; source id led_c0_k_1"/>
          <p:cNvCxnSpPr/>
          <p:nvPr/>
        </p:nvCxnSpPr>
        <p:spPr>
          <a:xfrm flipV="1">
            <a:off x="3413124" y="5580062"/>
            <a:ext cx="55563" cy="63500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led_r0" descr="Editable shape; source id led_r0"/>
          <p:cNvSpPr/>
          <p:nvPr/>
        </p:nvSpPr>
        <p:spPr>
          <a:xfrm>
            <a:off x="3540124" y="5508624"/>
            <a:ext cx="1023937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led_r0_t" descr="Editable text; source id led_r0_t"/>
          <p:cNvSpPr txBox="1"/>
          <p:nvPr/>
        </p:nvSpPr>
        <p:spPr>
          <a:xfrm>
            <a:off x="3595687" y="5540374"/>
            <a:ext cx="912812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闸门</a:t>
            </a:r>
            <a:r>
              <a:rPr sz="1091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 gates</a:t>
            </a:r>
          </a:p>
        </p:txBody>
      </p:sp>
      <p:sp>
        <p:nvSpPr>
          <p:cNvPr id="204" name="led_c1_b" descr="Editable shape; source id led_c1_b"/>
          <p:cNvSpPr/>
          <p:nvPr/>
        </p:nvSpPr>
        <p:spPr>
          <a:xfrm>
            <a:off x="4722812" y="5540374"/>
            <a:ext cx="142874" cy="142874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5" name="led_c1_k_0" descr="Editable line; source id led_c1_k_0"/>
          <p:cNvCxnSpPr/>
          <p:nvPr/>
        </p:nvCxnSpPr>
        <p:spPr>
          <a:xfrm>
            <a:off x="4754562" y="5611812"/>
            <a:ext cx="31750" cy="31750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led_c1_k_1" descr="Editable line; source id led_c1_k_1"/>
          <p:cNvCxnSpPr/>
          <p:nvPr/>
        </p:nvCxnSpPr>
        <p:spPr>
          <a:xfrm flipV="1">
            <a:off x="4786312" y="5580062"/>
            <a:ext cx="55562" cy="63500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led_r1" descr="Editable shape; source id led_r1"/>
          <p:cNvSpPr/>
          <p:nvPr/>
        </p:nvSpPr>
        <p:spPr>
          <a:xfrm>
            <a:off x="4913312" y="5508624"/>
            <a:ext cx="1119187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led_r1_t" descr="Editable text; source id led_r1_t"/>
          <p:cNvSpPr txBox="1"/>
          <p:nvPr/>
        </p:nvSpPr>
        <p:spPr>
          <a:xfrm>
            <a:off x="4968874" y="5540374"/>
            <a:ext cx="1008062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问题</a:t>
            </a:r>
            <a:r>
              <a:rPr sz="1091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 issues</a:t>
            </a:r>
          </a:p>
        </p:txBody>
      </p:sp>
      <p:sp>
        <p:nvSpPr>
          <p:cNvPr id="209" name="led_c2_b" descr="Editable shape; source id led_c2_b"/>
          <p:cNvSpPr/>
          <p:nvPr/>
        </p:nvSpPr>
        <p:spPr>
          <a:xfrm>
            <a:off x="6191249" y="5540374"/>
            <a:ext cx="142874" cy="142874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0" name="led_c2_k_0" descr="Editable line; source id led_c2_k_0"/>
          <p:cNvCxnSpPr/>
          <p:nvPr/>
        </p:nvCxnSpPr>
        <p:spPr>
          <a:xfrm>
            <a:off x="6222999" y="5611812"/>
            <a:ext cx="31750" cy="31750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led_c2_k_1" descr="Editable line; source id led_c2_k_1"/>
          <p:cNvCxnSpPr/>
          <p:nvPr/>
        </p:nvCxnSpPr>
        <p:spPr>
          <a:xfrm flipV="1">
            <a:off x="6254749" y="5580062"/>
            <a:ext cx="55563" cy="63500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led_r2" descr="Editable shape; source id led_r2"/>
          <p:cNvSpPr/>
          <p:nvPr/>
        </p:nvSpPr>
        <p:spPr>
          <a:xfrm>
            <a:off x="6381749" y="5508624"/>
            <a:ext cx="841374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led_r2_t" descr="Editable text; source id led_r2_t"/>
          <p:cNvSpPr txBox="1"/>
          <p:nvPr/>
        </p:nvSpPr>
        <p:spPr>
          <a:xfrm>
            <a:off x="6437312" y="5540374"/>
            <a:ext cx="730249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日志</a:t>
            </a:r>
            <a:r>
              <a:rPr sz="1091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 log</a:t>
            </a:r>
          </a:p>
        </p:txBody>
      </p:sp>
      <p:sp>
        <p:nvSpPr>
          <p:cNvPr id="214" name="g_scope_confirmed" descr="Editable shape; source id g_scope_confirmed"/>
          <p:cNvSpPr/>
          <p:nvPr/>
        </p:nvSpPr>
        <p:spPr>
          <a:xfrm>
            <a:off x="555624" y="6167437"/>
            <a:ext cx="1611312" cy="277812"/>
          </a:xfrm>
          <a:prstGeom prst="roundRect">
            <a:avLst>
              <a:gd name="adj" fmla="val 50000"/>
            </a:avLst>
          </a:prstGeom>
          <a:solidFill>
            <a:srgbClr val="E6F2F3"/>
          </a:solidFill>
          <a:ln w="12699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g_scope_confirmed_t" descr="Editable text; source id g_scope_confirmed_t"/>
          <p:cNvSpPr txBox="1"/>
          <p:nvPr/>
        </p:nvSpPr>
        <p:spPr>
          <a:xfrm>
            <a:off x="634999" y="6183312"/>
            <a:ext cx="1452562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124" b="0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scope_confirmed</a:t>
            </a:r>
          </a:p>
        </p:txBody>
      </p:sp>
      <p:sp>
        <p:nvSpPr>
          <p:cNvPr id="216" name="g_lit_coverage" descr="Editable shape; source id g_lit_coverage"/>
          <p:cNvSpPr/>
          <p:nvPr/>
        </p:nvSpPr>
        <p:spPr>
          <a:xfrm>
            <a:off x="2539999" y="6016624"/>
            <a:ext cx="1341437" cy="277812"/>
          </a:xfrm>
          <a:prstGeom prst="roundRect">
            <a:avLst>
              <a:gd name="adj" fmla="val 50000"/>
            </a:avLst>
          </a:prstGeom>
          <a:solidFill>
            <a:srgbClr val="E6F2F3"/>
          </a:solidFill>
          <a:ln w="12699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g_lit_coverage_t" descr="Editable text; source id g_lit_coverage_t"/>
          <p:cNvSpPr txBox="1"/>
          <p:nvPr/>
        </p:nvSpPr>
        <p:spPr>
          <a:xfrm>
            <a:off x="2619374" y="6032499"/>
            <a:ext cx="1182687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124" b="0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lit_coverage</a:t>
            </a:r>
          </a:p>
        </p:txBody>
      </p:sp>
      <p:sp>
        <p:nvSpPr>
          <p:cNvPr id="218" name="g_style_bank_ready" descr="Editable shape; source id g_style_bank_ready"/>
          <p:cNvSpPr/>
          <p:nvPr/>
        </p:nvSpPr>
        <p:spPr>
          <a:xfrm>
            <a:off x="2365374" y="6318249"/>
            <a:ext cx="1698624" cy="277812"/>
          </a:xfrm>
          <a:prstGeom prst="roundRect">
            <a:avLst>
              <a:gd name="adj" fmla="val 50000"/>
            </a:avLst>
          </a:prstGeom>
          <a:solidFill>
            <a:srgbClr val="E6F2F3"/>
          </a:solidFill>
          <a:ln w="12699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g_style_bank_ready_t" descr="Editable text; source id g_style_bank_ready_t"/>
          <p:cNvSpPr txBox="1"/>
          <p:nvPr/>
        </p:nvSpPr>
        <p:spPr>
          <a:xfrm>
            <a:off x="2444749" y="6334124"/>
            <a:ext cx="1539874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124" b="0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style_bank_ready</a:t>
            </a:r>
          </a:p>
        </p:txBody>
      </p:sp>
      <p:sp>
        <p:nvSpPr>
          <p:cNvPr id="220" name="g_ref_integrity" descr="Editable shape; source id g_ref_integrity"/>
          <p:cNvSpPr/>
          <p:nvPr/>
        </p:nvSpPr>
        <p:spPr>
          <a:xfrm>
            <a:off x="4413249" y="6167437"/>
            <a:ext cx="1436687" cy="277812"/>
          </a:xfrm>
          <a:prstGeom prst="roundRect">
            <a:avLst>
              <a:gd name="adj" fmla="val 50000"/>
            </a:avLst>
          </a:prstGeom>
          <a:solidFill>
            <a:srgbClr val="E6F2F3"/>
          </a:solidFill>
          <a:ln w="12699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g_ref_integrity_t" descr="Editable text; source id g_ref_integrity_t"/>
          <p:cNvSpPr txBox="1"/>
          <p:nvPr/>
        </p:nvSpPr>
        <p:spPr>
          <a:xfrm>
            <a:off x="4492624" y="6183312"/>
            <a:ext cx="1277937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124" b="0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ref_integrity</a:t>
            </a:r>
          </a:p>
        </p:txBody>
      </p:sp>
      <p:sp>
        <p:nvSpPr>
          <p:cNvPr id="222" name="g_taxonomy_ready" descr="Editable shape; source id g_taxonomy_ready"/>
          <p:cNvSpPr/>
          <p:nvPr/>
        </p:nvSpPr>
        <p:spPr>
          <a:xfrm>
            <a:off x="6294437" y="6167437"/>
            <a:ext cx="1523999" cy="277812"/>
          </a:xfrm>
          <a:prstGeom prst="roundRect">
            <a:avLst>
              <a:gd name="adj" fmla="val 50000"/>
            </a:avLst>
          </a:prstGeom>
          <a:solidFill>
            <a:srgbClr val="E6F2F3"/>
          </a:solidFill>
          <a:ln w="12699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g_taxonomy_ready_t" descr="Editable text; source id g_taxonomy_ready_t"/>
          <p:cNvSpPr txBox="1"/>
          <p:nvPr/>
        </p:nvSpPr>
        <p:spPr>
          <a:xfrm>
            <a:off x="6373812" y="6183312"/>
            <a:ext cx="1365249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124" b="0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taxonomy_ready</a:t>
            </a:r>
          </a:p>
        </p:txBody>
      </p:sp>
      <p:sp>
        <p:nvSpPr>
          <p:cNvPr id="224" name="g_figures_ready" descr="Editable shape; source id g_figures_ready"/>
          <p:cNvSpPr/>
          <p:nvPr/>
        </p:nvSpPr>
        <p:spPr>
          <a:xfrm>
            <a:off x="8254999" y="5857874"/>
            <a:ext cx="1436687" cy="277812"/>
          </a:xfrm>
          <a:prstGeom prst="roundRect">
            <a:avLst>
              <a:gd name="adj" fmla="val 50000"/>
            </a:avLst>
          </a:prstGeom>
          <a:solidFill>
            <a:srgbClr val="E6F2F3"/>
          </a:solidFill>
          <a:ln w="12699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g_figures_ready_t" descr="Editable text; source id g_figures_ready_t"/>
          <p:cNvSpPr txBox="1"/>
          <p:nvPr/>
        </p:nvSpPr>
        <p:spPr>
          <a:xfrm>
            <a:off x="8334374" y="5873749"/>
            <a:ext cx="1277937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124" b="0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figures_ready</a:t>
            </a:r>
          </a:p>
        </p:txBody>
      </p:sp>
      <p:sp>
        <p:nvSpPr>
          <p:cNvPr id="226" name="g_draft_complete" descr="Editable shape; source id g_draft_complete"/>
          <p:cNvSpPr/>
          <p:nvPr/>
        </p:nvSpPr>
        <p:spPr>
          <a:xfrm>
            <a:off x="8215312" y="6167437"/>
            <a:ext cx="1523999" cy="277812"/>
          </a:xfrm>
          <a:prstGeom prst="roundRect">
            <a:avLst>
              <a:gd name="adj" fmla="val 50000"/>
            </a:avLst>
          </a:prstGeom>
          <a:solidFill>
            <a:srgbClr val="E6F2F3"/>
          </a:solidFill>
          <a:ln w="12699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g_draft_complete_t" descr="Editable text; source id g_draft_complete_t"/>
          <p:cNvSpPr txBox="1"/>
          <p:nvPr/>
        </p:nvSpPr>
        <p:spPr>
          <a:xfrm>
            <a:off x="8294687" y="6183312"/>
            <a:ext cx="1365249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124" b="0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draft_complete</a:t>
            </a:r>
          </a:p>
        </p:txBody>
      </p:sp>
      <p:sp>
        <p:nvSpPr>
          <p:cNvPr id="228" name="g_ideas_reviewed" descr="Editable shape; source id g_ideas_reviewed"/>
          <p:cNvSpPr/>
          <p:nvPr/>
        </p:nvSpPr>
        <p:spPr>
          <a:xfrm>
            <a:off x="8215312" y="6476999"/>
            <a:ext cx="1523999" cy="277812"/>
          </a:xfrm>
          <a:prstGeom prst="roundRect">
            <a:avLst>
              <a:gd name="adj" fmla="val 50000"/>
            </a:avLst>
          </a:prstGeom>
          <a:solidFill>
            <a:srgbClr val="E6F2F3"/>
          </a:solidFill>
          <a:ln w="12699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g_ideas_reviewed_t" descr="Editable text; source id g_ideas_reviewed_t"/>
          <p:cNvSpPr txBox="1"/>
          <p:nvPr/>
        </p:nvSpPr>
        <p:spPr>
          <a:xfrm>
            <a:off x="8294687" y="6492874"/>
            <a:ext cx="1365249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124" b="0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ideas_reviewed</a:t>
            </a:r>
          </a:p>
        </p:txBody>
      </p:sp>
      <p:sp>
        <p:nvSpPr>
          <p:cNvPr id="230" name="e_end_0" descr="Editable line; source id e_end_0"/>
          <p:cNvSpPr/>
          <p:nvPr/>
        </p:nvSpPr>
        <p:spPr>
          <a:xfrm>
            <a:off x="10850562" y="4460875"/>
            <a:ext cx="95250" cy="912812"/>
          </a:xfrm>
          <a:custGeom>
            <a:avLst/>
            <a:gdLst/>
            <a:ahLst/>
            <a:cxnLst/>
            <a:rect l="l" t="t" r="r" b="b"/>
            <a:pathLst>
              <a:path w="12000" h="115000">
                <a:moveTo>
                  <a:pt x="7250" y="0"/>
                </a:moveTo>
                <a:lnTo>
                  <a:pt x="7250" y="100000"/>
                </a:lnTo>
                <a:lnTo>
                  <a:pt x="12000" y="100000"/>
                </a:lnTo>
                <a:lnTo>
                  <a:pt x="6000" y="115000"/>
                </a:lnTo>
                <a:lnTo>
                  <a:pt x="0" y="100000"/>
                </a:lnTo>
                <a:lnTo>
                  <a:pt x="4750" y="100000"/>
                </a:lnTo>
                <a:lnTo>
                  <a:pt x="475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end0" descr="Editable shape; source id end0"/>
          <p:cNvSpPr/>
          <p:nvPr/>
        </p:nvSpPr>
        <p:spPr>
          <a:xfrm>
            <a:off x="10271124" y="5476874"/>
            <a:ext cx="1254124" cy="277812"/>
          </a:xfrm>
          <a:prstGeom prst="roundRect">
            <a:avLst>
              <a:gd name="adj" fmla="val 50000"/>
            </a:avLst>
          </a:prstGeom>
          <a:solidFill>
            <a:srgbClr val="E6F2F3"/>
          </a:solidFill>
          <a:ln w="12699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end0_t" descr="Editable text; source id end0_t"/>
          <p:cNvSpPr txBox="1"/>
          <p:nvPr/>
        </p:nvSpPr>
        <p:spPr>
          <a:xfrm>
            <a:off x="10350499" y="5492749"/>
            <a:ext cx="1095374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124" b="0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review_pass</a:t>
            </a:r>
          </a:p>
        </p:txBody>
      </p:sp>
      <p:sp>
        <p:nvSpPr>
          <p:cNvPr id="233" name="end1" descr="Editable shape; source id end1"/>
          <p:cNvSpPr/>
          <p:nvPr/>
        </p:nvSpPr>
        <p:spPr>
          <a:xfrm>
            <a:off x="10017124" y="5968999"/>
            <a:ext cx="1770062" cy="277812"/>
          </a:xfrm>
          <a:prstGeom prst="roundRect">
            <a:avLst>
              <a:gd name="adj" fmla="val 50000"/>
            </a:avLst>
          </a:prstGeom>
          <a:solidFill>
            <a:srgbClr val="E6F2F3"/>
          </a:solidFill>
          <a:ln w="12699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end1_t" descr="Editable text; source id end1_t"/>
          <p:cNvSpPr txBox="1"/>
          <p:nvPr/>
        </p:nvSpPr>
        <p:spPr>
          <a:xfrm>
            <a:off x="10096499" y="5984874"/>
            <a:ext cx="1611312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124" b="0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check-done </a:t>
            </a:r>
            <a:r>
              <a:rPr sz="1124" b="0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退出码</a:t>
            </a:r>
            <a:r>
              <a:rPr sz="1124" b="0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 0</a:t>
            </a:r>
          </a:p>
        </p:txBody>
      </p:sp>
      <p:sp>
        <p:nvSpPr>
          <p:cNvPr id="235" name="end_a1" descr="Editable line; source id end_a1"/>
          <p:cNvSpPr/>
          <p:nvPr/>
        </p:nvSpPr>
        <p:spPr>
          <a:xfrm>
            <a:off x="10866437" y="5794375"/>
            <a:ext cx="63500" cy="127000"/>
          </a:xfrm>
          <a:custGeom>
            <a:avLst/>
            <a:gdLst/>
            <a:ahLst/>
            <a:cxnLst/>
            <a:rect l="l" t="t" r="r" b="b"/>
            <a:pathLst>
              <a:path w="8000" h="16000">
                <a:moveTo>
                  <a:pt x="5100" y="0"/>
                </a:moveTo>
                <a:lnTo>
                  <a:pt x="5100" y="7000"/>
                </a:lnTo>
                <a:lnTo>
                  <a:pt x="8000" y="7000"/>
                </a:lnTo>
                <a:lnTo>
                  <a:pt x="4000" y="16000"/>
                </a:lnTo>
                <a:lnTo>
                  <a:pt x="0" y="7000"/>
                </a:lnTo>
                <a:lnTo>
                  <a:pt x="2900" y="7000"/>
                </a:lnTo>
                <a:lnTo>
                  <a:pt x="290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end2" descr="Editable shape; source id end2"/>
          <p:cNvSpPr/>
          <p:nvPr/>
        </p:nvSpPr>
        <p:spPr>
          <a:xfrm>
            <a:off x="10453687" y="6445249"/>
            <a:ext cx="888999" cy="277812"/>
          </a:xfrm>
          <a:prstGeom prst="roundRect">
            <a:avLst>
              <a:gd name="adj" fmla="val 17142"/>
            </a:avLst>
          </a:prstGeom>
          <a:solidFill>
            <a:srgbClr val="EEF2F7"/>
          </a:solidFill>
          <a:ln w="12699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end2_t" descr="Editable text; source id end2_t"/>
          <p:cNvSpPr txBox="1"/>
          <p:nvPr/>
        </p:nvSpPr>
        <p:spPr>
          <a:xfrm>
            <a:off x="10509249" y="6476999"/>
            <a:ext cx="777874" cy="214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91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终稿交付</a:t>
            </a:r>
          </a:p>
        </p:txBody>
      </p:sp>
      <p:sp>
        <p:nvSpPr>
          <p:cNvPr id="238" name="end_a2" descr="Editable line; source id end_a2"/>
          <p:cNvSpPr/>
          <p:nvPr/>
        </p:nvSpPr>
        <p:spPr>
          <a:xfrm>
            <a:off x="10866437" y="6286500"/>
            <a:ext cx="63500" cy="127000"/>
          </a:xfrm>
          <a:custGeom>
            <a:avLst/>
            <a:gdLst/>
            <a:ahLst/>
            <a:cxnLst/>
            <a:rect l="l" t="t" r="r" b="b"/>
            <a:pathLst>
              <a:path w="8000" h="16000">
                <a:moveTo>
                  <a:pt x="5100" y="0"/>
                </a:moveTo>
                <a:lnTo>
                  <a:pt x="5100" y="7000"/>
                </a:lnTo>
                <a:lnTo>
                  <a:pt x="8000" y="7000"/>
                </a:lnTo>
                <a:lnTo>
                  <a:pt x="4000" y="16000"/>
                </a:lnTo>
                <a:lnTo>
                  <a:pt x="0" y="7000"/>
                </a:lnTo>
                <a:lnTo>
                  <a:pt x="2900" y="7000"/>
                </a:lnTo>
                <a:lnTo>
                  <a:pt x="290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9" name="lk_f_0" descr="Editable line; source id lk_f_0"/>
          <p:cNvCxnSpPr/>
          <p:nvPr/>
        </p:nvCxnSpPr>
        <p:spPr>
          <a:xfrm flipH="1">
            <a:off x="301624" y="1881187"/>
            <a:ext cx="134938" cy="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lk_f_1" descr="Editable line; source id lk_f_1"/>
          <p:cNvCxnSpPr/>
          <p:nvPr/>
        </p:nvCxnSpPr>
        <p:spPr>
          <a:xfrm>
            <a:off x="301624" y="1881187"/>
            <a:ext cx="0" cy="4008437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" name="lk_f_2" descr="Editable line; source id lk_f_2"/>
          <p:cNvSpPr/>
          <p:nvPr/>
        </p:nvSpPr>
        <p:spPr>
          <a:xfrm>
            <a:off x="301625" y="5842000"/>
            <a:ext cx="134937" cy="95250"/>
          </a:xfrm>
          <a:custGeom>
            <a:avLst/>
            <a:gdLst/>
            <a:ahLst/>
            <a:cxnLst/>
            <a:rect l="l" t="t" r="r" b="b"/>
            <a:pathLst>
              <a:path w="17000" h="12000">
                <a:moveTo>
                  <a:pt x="0" y="4750"/>
                </a:moveTo>
                <a:lnTo>
                  <a:pt x="2000" y="4750"/>
                </a:lnTo>
                <a:lnTo>
                  <a:pt x="2000" y="0"/>
                </a:lnTo>
                <a:lnTo>
                  <a:pt x="17000" y="6000"/>
                </a:lnTo>
                <a:lnTo>
                  <a:pt x="2000" y="12000"/>
                </a:lnTo>
                <a:lnTo>
                  <a:pt x="2000" y="7250"/>
                </a:lnTo>
                <a:lnTo>
                  <a:pt x="0" y="725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lk_f_p" descr="Editable shape; source id lk_f_p"/>
          <p:cNvSpPr/>
          <p:nvPr/>
        </p:nvSpPr>
        <p:spPr>
          <a:xfrm>
            <a:off x="269874" y="4603749"/>
            <a:ext cx="1833562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699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lk_f_p_t" descr="Editable text; source id lk_f_p_t"/>
          <p:cNvSpPr txBox="1"/>
          <p:nvPr/>
        </p:nvSpPr>
        <p:spPr>
          <a:xfrm>
            <a:off x="349249" y="4635499"/>
            <a:ext cx="1674812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124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loopctl </a:t>
            </a:r>
            <a:r>
              <a:rPr sz="1124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读写</a:t>
            </a:r>
            <a:r>
              <a:rPr sz="1124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124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文件锁</a:t>
            </a:r>
          </a:p>
        </p:txBody>
      </p:sp>
      <p:sp>
        <p:nvSpPr>
          <p:cNvPr id="244" name="lk_b_0" descr="Editable line; source id lk_b_0"/>
          <p:cNvSpPr/>
          <p:nvPr/>
        </p:nvSpPr>
        <p:spPr>
          <a:xfrm>
            <a:off x="301625" y="1833562"/>
            <a:ext cx="134937" cy="95250"/>
          </a:xfrm>
          <a:custGeom>
            <a:avLst/>
            <a:gdLst/>
            <a:ahLst/>
            <a:cxnLst/>
            <a:rect l="l" t="t" r="r" b="b"/>
            <a:pathLst>
              <a:path w="17000" h="12000">
                <a:moveTo>
                  <a:pt x="0" y="4750"/>
                </a:moveTo>
                <a:lnTo>
                  <a:pt x="2000" y="4750"/>
                </a:lnTo>
                <a:lnTo>
                  <a:pt x="2000" y="0"/>
                </a:lnTo>
                <a:lnTo>
                  <a:pt x="17000" y="6000"/>
                </a:lnTo>
                <a:lnTo>
                  <a:pt x="2000" y="12000"/>
                </a:lnTo>
                <a:lnTo>
                  <a:pt x="2000" y="7250"/>
                </a:lnTo>
                <a:lnTo>
                  <a:pt x="0" y="725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