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多智能体并行回环（二）四条互搏通道与机械闸门收敛 —— SC2 单主干闭环 [slide 16:9; content below the template title bar] [print_width_pt=960]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zX" descr="Editable shape; source id zX"/>
          <p:cNvSpPr/>
          <p:nvPr/>
        </p:nvSpPr>
        <p:spPr>
          <a:xfrm>
            <a:off x="2206624" y="1777999"/>
            <a:ext cx="3730624" cy="4071937"/>
          </a:xfrm>
          <a:prstGeom prst="roundRect">
            <a:avLst>
              <a:gd name="adj" fmla="val 2978"/>
            </a:avLst>
          </a:prstGeom>
          <a:solidFill>
            <a:srgbClr val="EEF2F7"/>
          </a:solidFill>
          <a:ln w="12699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X_l" descr="Editable text; source id zX_l"/>
          <p:cNvSpPr txBox="1"/>
          <p:nvPr/>
        </p:nvSpPr>
        <p:spPr>
          <a:xfrm>
            <a:off x="2349499" y="1857374"/>
            <a:ext cx="1063624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互搏通道</a:t>
            </a:r>
          </a:p>
        </p:txBody>
      </p:sp>
      <p:sp>
        <p:nvSpPr>
          <p:cNvPr id="4" name="c1" descr="Editable shape; source id c1"/>
          <p:cNvSpPr/>
          <p:nvPr/>
        </p:nvSpPr>
        <p:spPr>
          <a:xfrm>
            <a:off x="2333624" y="2293937"/>
            <a:ext cx="3476624" cy="738187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1_b" descr="Editable shape; source id c1_b"/>
          <p:cNvSpPr/>
          <p:nvPr/>
        </p:nvSpPr>
        <p:spPr>
          <a:xfrm>
            <a:off x="2333624" y="2293937"/>
            <a:ext cx="47624" cy="738187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1_g_s0" descr="Editable shape; source id c1_g_s0"/>
          <p:cNvSpPr/>
          <p:nvPr/>
        </p:nvSpPr>
        <p:spPr>
          <a:xfrm>
            <a:off x="2524124" y="2397124"/>
            <a:ext cx="119062" cy="1825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1_g_l1" descr="Editable line; source id c1_g_l1"/>
          <p:cNvCxnSpPr/>
          <p:nvPr/>
        </p:nvCxnSpPr>
        <p:spPr>
          <a:xfrm>
            <a:off x="2555874" y="2468562"/>
            <a:ext cx="79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1_g_l2" descr="Editable line; source id c1_g_l2"/>
          <p:cNvCxnSpPr/>
          <p:nvPr/>
        </p:nvCxnSpPr>
        <p:spPr>
          <a:xfrm>
            <a:off x="2555874" y="2500312"/>
            <a:ext cx="79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1_g_l3" descr="Editable line; source id c1_g_l3"/>
          <p:cNvCxnSpPr/>
          <p:nvPr/>
        </p:nvCxnSpPr>
        <p:spPr>
          <a:xfrm>
            <a:off x="2555874" y="2539999"/>
            <a:ext cx="55563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1_g_q_0" descr="Editable line; source id c1_g_q_0"/>
          <p:cNvCxnSpPr/>
          <p:nvPr/>
        </p:nvCxnSpPr>
        <p:spPr>
          <a:xfrm>
            <a:off x="2579687" y="2476499"/>
            <a:ext cx="39687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1_g_q_1" descr="Editable line; source id c1_g_q_1"/>
          <p:cNvCxnSpPr/>
          <p:nvPr/>
        </p:nvCxnSpPr>
        <p:spPr>
          <a:xfrm>
            <a:off x="2619374" y="2476499"/>
            <a:ext cx="0" cy="3968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1_g_q_2" descr="Editable line; source id c1_g_q_2"/>
          <p:cNvCxnSpPr/>
          <p:nvPr/>
        </p:nvCxnSpPr>
        <p:spPr>
          <a:xfrm flipH="1">
            <a:off x="2595562" y="2516187"/>
            <a:ext cx="23812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1_g_q_3" descr="Editable line; source id c1_g_q_3"/>
          <p:cNvCxnSpPr/>
          <p:nvPr/>
        </p:nvCxnSpPr>
        <p:spPr>
          <a:xfrm>
            <a:off x="2595562" y="2516187"/>
            <a:ext cx="0" cy="23812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1_p_a" descr="Editable shape; source id c1_p_a"/>
          <p:cNvSpPr/>
          <p:nvPr/>
        </p:nvSpPr>
        <p:spPr>
          <a:xfrm>
            <a:off x="2793999" y="2357437"/>
            <a:ext cx="66674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1_p_a_t" descr="Editable text; source id c1_p_a_t"/>
          <p:cNvSpPr txBox="1"/>
          <p:nvPr/>
        </p:nvSpPr>
        <p:spPr>
          <a:xfrm>
            <a:off x="2849562" y="2389187"/>
            <a:ext cx="5556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执行者</a:t>
            </a:r>
          </a:p>
        </p:txBody>
      </p:sp>
      <p:sp>
        <p:nvSpPr>
          <p:cNvPr id="16" name="c1_p_b" descr="Editable shape; source id c1_p_b"/>
          <p:cNvSpPr/>
          <p:nvPr/>
        </p:nvSpPr>
        <p:spPr>
          <a:xfrm>
            <a:off x="3762374" y="2357437"/>
            <a:ext cx="66674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1_p_b_t" descr="Editable text; source id c1_p_b_t"/>
          <p:cNvSpPr txBox="1"/>
          <p:nvPr/>
        </p:nvSpPr>
        <p:spPr>
          <a:xfrm>
            <a:off x="3817937" y="2389187"/>
            <a:ext cx="5556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审稿人</a:t>
            </a:r>
          </a:p>
        </p:txBody>
      </p:sp>
      <p:sp>
        <p:nvSpPr>
          <p:cNvPr id="18" name="c1_p_l" descr="Editable line; source id c1_p_l"/>
          <p:cNvSpPr/>
          <p:nvPr/>
        </p:nvSpPr>
        <p:spPr>
          <a:xfrm>
            <a:off x="3500437" y="2460625"/>
            <a:ext cx="222250" cy="63500"/>
          </a:xfrm>
          <a:custGeom>
            <a:avLst/>
            <a:gdLst/>
            <a:ahLst/>
            <a:cxnLst/>
            <a:rect l="l" t="t" r="r" b="b"/>
            <a:pathLst>
              <a:path w="28000" h="8000">
                <a:moveTo>
                  <a:pt x="0" y="2900"/>
                </a:moveTo>
                <a:lnTo>
                  <a:pt x="19000" y="2900"/>
                </a:lnTo>
                <a:lnTo>
                  <a:pt x="19000" y="0"/>
                </a:lnTo>
                <a:lnTo>
                  <a:pt x="28000" y="4000"/>
                </a:lnTo>
                <a:lnTo>
                  <a:pt x="19000" y="8000"/>
                </a:lnTo>
                <a:lnTo>
                  <a:pt x="19000" y="5100"/>
                </a:lnTo>
                <a:lnTo>
                  <a:pt x="0" y="510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1_p_r" descr="Editable line; source id c1_p_r"/>
          <p:cNvSpPr/>
          <p:nvPr/>
        </p:nvSpPr>
        <p:spPr>
          <a:xfrm>
            <a:off x="3500437" y="2460625"/>
            <a:ext cx="222250" cy="63500"/>
          </a:xfrm>
          <a:custGeom>
            <a:avLst/>
            <a:gdLst/>
            <a:ahLst/>
            <a:cxnLst/>
            <a:rect l="l" t="t" r="r" b="b"/>
            <a:pathLst>
              <a:path w="28000" h="8000">
                <a:moveTo>
                  <a:pt x="28000" y="5100"/>
                </a:moveTo>
                <a:lnTo>
                  <a:pt x="9000" y="5100"/>
                </a:lnTo>
                <a:lnTo>
                  <a:pt x="9000" y="8000"/>
                </a:lnTo>
                <a:lnTo>
                  <a:pt x="0" y="4000"/>
                </a:lnTo>
                <a:lnTo>
                  <a:pt x="9000" y="0"/>
                </a:lnTo>
                <a:lnTo>
                  <a:pt x="9000" y="2900"/>
                </a:lnTo>
                <a:lnTo>
                  <a:pt x="28000" y="290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1_k0" descr="Editable text; source id c1_k0"/>
          <p:cNvSpPr txBox="1"/>
          <p:nvPr/>
        </p:nvSpPr>
        <p:spPr>
          <a:xfrm>
            <a:off x="2476499" y="2682874"/>
            <a:ext cx="323849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独立上下文</a:t>
            </a:r>
            <a:r>
              <a:rPr sz="1187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187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三视角</a:t>
            </a:r>
            <a:r>
              <a:rPr sz="1187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187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两轮起</a:t>
            </a:r>
          </a:p>
        </p:txBody>
      </p:sp>
      <p:sp>
        <p:nvSpPr>
          <p:cNvPr id="21" name="c2" descr="Editable shape; source id c2"/>
          <p:cNvSpPr/>
          <p:nvPr/>
        </p:nvSpPr>
        <p:spPr>
          <a:xfrm>
            <a:off x="2333624" y="3111499"/>
            <a:ext cx="3476624" cy="738187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2_b" descr="Editable shape; source id c2_b"/>
          <p:cNvSpPr/>
          <p:nvPr/>
        </p:nvSpPr>
        <p:spPr>
          <a:xfrm>
            <a:off x="2333624" y="3111499"/>
            <a:ext cx="47624" cy="738187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2_g_n_0" descr="Editable line; source id c2_g_n_0"/>
          <p:cNvCxnSpPr/>
          <p:nvPr/>
        </p:nvCxnSpPr>
        <p:spPr>
          <a:xfrm>
            <a:off x="2579687" y="3206749"/>
            <a:ext cx="0" cy="7143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2_g_n_1" descr="Editable line; source id c2_g_n_1"/>
          <p:cNvCxnSpPr/>
          <p:nvPr/>
        </p:nvCxnSpPr>
        <p:spPr>
          <a:xfrm flipH="1">
            <a:off x="2508249" y="3278187"/>
            <a:ext cx="71438" cy="1270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2_g_n_2" descr="Editable line; source id c2_g_n_2"/>
          <p:cNvCxnSpPr/>
          <p:nvPr/>
        </p:nvCxnSpPr>
        <p:spPr>
          <a:xfrm>
            <a:off x="2508249" y="3405187"/>
            <a:ext cx="1905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2_g_n_3" descr="Editable line; source id c2_g_n_3"/>
          <p:cNvCxnSpPr/>
          <p:nvPr/>
        </p:nvCxnSpPr>
        <p:spPr>
          <a:xfrm flipH="1" flipV="1">
            <a:off x="2627312" y="3278187"/>
            <a:ext cx="71437" cy="12700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2_g_n_4" descr="Editable line; source id c2_g_n_4"/>
          <p:cNvCxnSpPr/>
          <p:nvPr/>
        </p:nvCxnSpPr>
        <p:spPr>
          <a:xfrm flipV="1">
            <a:off x="2627312" y="3206749"/>
            <a:ext cx="0" cy="7143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2_g_m" descr="Editable line; source id c2_g_m"/>
          <p:cNvCxnSpPr/>
          <p:nvPr/>
        </p:nvCxnSpPr>
        <p:spPr>
          <a:xfrm>
            <a:off x="2571749" y="3206749"/>
            <a:ext cx="635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2_g_d1" descr="Editable shape; source id c2_g_d1"/>
          <p:cNvSpPr/>
          <p:nvPr/>
        </p:nvSpPr>
        <p:spPr>
          <a:xfrm>
            <a:off x="2571749" y="3349624"/>
            <a:ext cx="23812" cy="23812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2_g_d2" descr="Editable shape; source id c2_g_d2"/>
          <p:cNvSpPr/>
          <p:nvPr/>
        </p:nvSpPr>
        <p:spPr>
          <a:xfrm>
            <a:off x="2619374" y="3365499"/>
            <a:ext cx="15874" cy="15874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2_p_a" descr="Editable shape; source id c2_p_a"/>
          <p:cNvSpPr/>
          <p:nvPr/>
        </p:nvSpPr>
        <p:spPr>
          <a:xfrm>
            <a:off x="2793999" y="3174999"/>
            <a:ext cx="66674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2_p_a_t" descr="Editable text; source id c2_p_a_t"/>
          <p:cNvSpPr txBox="1"/>
          <p:nvPr/>
        </p:nvSpPr>
        <p:spPr>
          <a:xfrm>
            <a:off x="2849562" y="3206749"/>
            <a:ext cx="5556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提案者</a:t>
            </a:r>
          </a:p>
        </p:txBody>
      </p:sp>
      <p:sp>
        <p:nvSpPr>
          <p:cNvPr id="33" name="c2_p_b" descr="Editable shape; source id c2_p_b"/>
          <p:cNvSpPr/>
          <p:nvPr/>
        </p:nvSpPr>
        <p:spPr>
          <a:xfrm>
            <a:off x="3762374" y="3174999"/>
            <a:ext cx="66674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2_p_b_t" descr="Editable text; source id c2_p_b_t"/>
          <p:cNvSpPr txBox="1"/>
          <p:nvPr/>
        </p:nvSpPr>
        <p:spPr>
          <a:xfrm>
            <a:off x="3817937" y="3206749"/>
            <a:ext cx="5556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攻击者</a:t>
            </a:r>
          </a:p>
        </p:txBody>
      </p:sp>
      <p:sp>
        <p:nvSpPr>
          <p:cNvPr id="35" name="c2_p_l" descr="Editable line; source id c2_p_l"/>
          <p:cNvSpPr/>
          <p:nvPr/>
        </p:nvSpPr>
        <p:spPr>
          <a:xfrm>
            <a:off x="3500437" y="3278187"/>
            <a:ext cx="222250" cy="63500"/>
          </a:xfrm>
          <a:custGeom>
            <a:avLst/>
            <a:gdLst/>
            <a:ahLst/>
            <a:cxnLst/>
            <a:rect l="l" t="t" r="r" b="b"/>
            <a:pathLst>
              <a:path w="28000" h="8000">
                <a:moveTo>
                  <a:pt x="0" y="2900"/>
                </a:moveTo>
                <a:lnTo>
                  <a:pt x="19000" y="2900"/>
                </a:lnTo>
                <a:lnTo>
                  <a:pt x="19000" y="0"/>
                </a:lnTo>
                <a:lnTo>
                  <a:pt x="28000" y="4000"/>
                </a:lnTo>
                <a:lnTo>
                  <a:pt x="19000" y="8000"/>
                </a:lnTo>
                <a:lnTo>
                  <a:pt x="19000" y="5100"/>
                </a:lnTo>
                <a:lnTo>
                  <a:pt x="0" y="510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2_p_r" descr="Editable line; source id c2_p_r"/>
          <p:cNvSpPr/>
          <p:nvPr/>
        </p:nvSpPr>
        <p:spPr>
          <a:xfrm>
            <a:off x="3500437" y="3278187"/>
            <a:ext cx="222250" cy="63500"/>
          </a:xfrm>
          <a:custGeom>
            <a:avLst/>
            <a:gdLst/>
            <a:ahLst/>
            <a:cxnLst/>
            <a:rect l="l" t="t" r="r" b="b"/>
            <a:pathLst>
              <a:path w="28000" h="8000">
                <a:moveTo>
                  <a:pt x="28000" y="5100"/>
                </a:moveTo>
                <a:lnTo>
                  <a:pt x="9000" y="5100"/>
                </a:lnTo>
                <a:lnTo>
                  <a:pt x="9000" y="8000"/>
                </a:lnTo>
                <a:lnTo>
                  <a:pt x="0" y="4000"/>
                </a:lnTo>
                <a:lnTo>
                  <a:pt x="9000" y="0"/>
                </a:lnTo>
                <a:lnTo>
                  <a:pt x="9000" y="2900"/>
                </a:lnTo>
                <a:lnTo>
                  <a:pt x="28000" y="290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2_k0" descr="Editable text; source id c2_k0"/>
          <p:cNvSpPr txBox="1"/>
          <p:nvPr/>
        </p:nvSpPr>
        <p:spPr>
          <a:xfrm>
            <a:off x="2476499" y="3500437"/>
            <a:ext cx="323849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实验构想内部对抗</a:t>
            </a:r>
            <a:r>
              <a:rPr sz="1187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187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引用二审</a:t>
            </a:r>
          </a:p>
        </p:txBody>
      </p:sp>
      <p:sp>
        <p:nvSpPr>
          <p:cNvPr id="38" name="c3" descr="Editable shape; source id c3"/>
          <p:cNvSpPr/>
          <p:nvPr/>
        </p:nvSpPr>
        <p:spPr>
          <a:xfrm>
            <a:off x="2333624" y="3929062"/>
            <a:ext cx="3476624" cy="738187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3_b" descr="Editable shape; source id c3_b"/>
          <p:cNvSpPr/>
          <p:nvPr/>
        </p:nvSpPr>
        <p:spPr>
          <a:xfrm>
            <a:off x="2333624" y="3929062"/>
            <a:ext cx="47624" cy="738187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3_g_a_0" descr="Editable line; source id c3_g_a_0"/>
          <p:cNvCxnSpPr/>
          <p:nvPr/>
        </p:nvCxnSpPr>
        <p:spPr>
          <a:xfrm>
            <a:off x="2500312" y="4214812"/>
            <a:ext cx="4762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3_g_a_1" descr="Editable line; source id c3_g_a_1"/>
          <p:cNvCxnSpPr/>
          <p:nvPr/>
        </p:nvCxnSpPr>
        <p:spPr>
          <a:xfrm flipV="1">
            <a:off x="2547937" y="4063999"/>
            <a:ext cx="31750" cy="1508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3_g_a_2" descr="Editable line; source id c3_g_a_2"/>
          <p:cNvCxnSpPr/>
          <p:nvPr/>
        </p:nvCxnSpPr>
        <p:spPr>
          <a:xfrm>
            <a:off x="2579687" y="4063999"/>
            <a:ext cx="635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3_g_a_3" descr="Editable line; source id c3_g_a_3"/>
          <p:cNvCxnSpPr/>
          <p:nvPr/>
        </p:nvCxnSpPr>
        <p:spPr>
          <a:xfrm>
            <a:off x="2643187" y="4063999"/>
            <a:ext cx="39687" cy="150813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3_g_a_4" descr="Editable line; source id c3_g_a_4"/>
          <p:cNvCxnSpPr/>
          <p:nvPr/>
        </p:nvCxnSpPr>
        <p:spPr>
          <a:xfrm>
            <a:off x="2682874" y="4214812"/>
            <a:ext cx="23813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3_p_a" descr="Editable shape; source id c3_p_a"/>
          <p:cNvSpPr/>
          <p:nvPr/>
        </p:nvSpPr>
        <p:spPr>
          <a:xfrm>
            <a:off x="2793999" y="3992562"/>
            <a:ext cx="515937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3_p_a_t" descr="Editable text; source id c3_p_a_t"/>
          <p:cNvSpPr txBox="1"/>
          <p:nvPr/>
        </p:nvSpPr>
        <p:spPr>
          <a:xfrm>
            <a:off x="2849562" y="4024312"/>
            <a:ext cx="404812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候选</a:t>
            </a:r>
          </a:p>
        </p:txBody>
      </p:sp>
      <p:sp>
        <p:nvSpPr>
          <p:cNvPr id="47" name="c3_p_b" descr="Editable shape; source id c3_p_b"/>
          <p:cNvSpPr/>
          <p:nvPr/>
        </p:nvSpPr>
        <p:spPr>
          <a:xfrm>
            <a:off x="3611562" y="3992562"/>
            <a:ext cx="515937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3_p_b_t" descr="Editable text; source id c3_p_b_t"/>
          <p:cNvSpPr txBox="1"/>
          <p:nvPr/>
        </p:nvSpPr>
        <p:spPr>
          <a:xfrm>
            <a:off x="3667124" y="4024312"/>
            <a:ext cx="404812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审计</a:t>
            </a:r>
          </a:p>
        </p:txBody>
      </p:sp>
      <p:sp>
        <p:nvSpPr>
          <p:cNvPr id="49" name="c3_p_l" descr="Editable line; source id c3_p_l"/>
          <p:cNvSpPr/>
          <p:nvPr/>
        </p:nvSpPr>
        <p:spPr>
          <a:xfrm>
            <a:off x="3349625" y="4095750"/>
            <a:ext cx="222250" cy="63500"/>
          </a:xfrm>
          <a:custGeom>
            <a:avLst/>
            <a:gdLst/>
            <a:ahLst/>
            <a:cxnLst/>
            <a:rect l="l" t="t" r="r" b="b"/>
            <a:pathLst>
              <a:path w="28000" h="8000">
                <a:moveTo>
                  <a:pt x="0" y="2900"/>
                </a:moveTo>
                <a:lnTo>
                  <a:pt x="19000" y="2900"/>
                </a:lnTo>
                <a:lnTo>
                  <a:pt x="19000" y="0"/>
                </a:lnTo>
                <a:lnTo>
                  <a:pt x="28000" y="4000"/>
                </a:lnTo>
                <a:lnTo>
                  <a:pt x="19000" y="8000"/>
                </a:lnTo>
                <a:lnTo>
                  <a:pt x="19000" y="5100"/>
                </a:lnTo>
                <a:lnTo>
                  <a:pt x="0" y="510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3_p_r" descr="Editable line; source id c3_p_r"/>
          <p:cNvSpPr/>
          <p:nvPr/>
        </p:nvSpPr>
        <p:spPr>
          <a:xfrm>
            <a:off x="3349625" y="4095750"/>
            <a:ext cx="222250" cy="63500"/>
          </a:xfrm>
          <a:custGeom>
            <a:avLst/>
            <a:gdLst/>
            <a:ahLst/>
            <a:cxnLst/>
            <a:rect l="l" t="t" r="r" b="b"/>
            <a:pathLst>
              <a:path w="28000" h="8000">
                <a:moveTo>
                  <a:pt x="28000" y="5100"/>
                </a:moveTo>
                <a:lnTo>
                  <a:pt x="9000" y="5100"/>
                </a:lnTo>
                <a:lnTo>
                  <a:pt x="9000" y="8000"/>
                </a:lnTo>
                <a:lnTo>
                  <a:pt x="0" y="4000"/>
                </a:lnTo>
                <a:lnTo>
                  <a:pt x="9000" y="0"/>
                </a:lnTo>
                <a:lnTo>
                  <a:pt x="9000" y="2900"/>
                </a:lnTo>
                <a:lnTo>
                  <a:pt x="28000" y="290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3_k0" descr="Editable text; source id c3_k0"/>
          <p:cNvSpPr txBox="1"/>
          <p:nvPr/>
        </p:nvSpPr>
        <p:spPr>
          <a:xfrm>
            <a:off x="2476499" y="4317999"/>
            <a:ext cx="323849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图件两轮候选制</a:t>
            </a:r>
            <a:r>
              <a:rPr sz="1187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· issue </a:t>
            </a:r>
            <a:r>
              <a:rPr sz="1187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台账</a:t>
            </a:r>
          </a:p>
        </p:txBody>
      </p:sp>
      <p:sp>
        <p:nvSpPr>
          <p:cNvPr id="52" name="c4" descr="Editable shape; source id c4"/>
          <p:cNvSpPr/>
          <p:nvPr/>
        </p:nvSpPr>
        <p:spPr>
          <a:xfrm>
            <a:off x="2333624" y="4746624"/>
            <a:ext cx="3476624" cy="1008062"/>
          </a:xfrm>
          <a:prstGeom prst="roundRect">
            <a:avLst>
              <a:gd name="adj" fmla="val 7086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c4_b" descr="Editable shape; source id c4_b"/>
          <p:cNvSpPr/>
          <p:nvPr/>
        </p:nvSpPr>
        <p:spPr>
          <a:xfrm>
            <a:off x="2333624" y="4746624"/>
            <a:ext cx="47624" cy="1008062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4_g_b0" descr="Editable shape; source id c4_g_b0"/>
          <p:cNvSpPr/>
          <p:nvPr/>
        </p:nvSpPr>
        <p:spPr>
          <a:xfrm>
            <a:off x="2508249" y="4865687"/>
            <a:ext cx="47624" cy="47624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4_g_l0" descr="Editable line; source id c4_g_l0"/>
          <p:cNvCxnSpPr/>
          <p:nvPr/>
        </p:nvCxnSpPr>
        <p:spPr>
          <a:xfrm>
            <a:off x="2587624" y="4897437"/>
            <a:ext cx="119063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4_g_k0_0" descr="Editable line; source id c4_g_k0_0"/>
          <p:cNvCxnSpPr/>
          <p:nvPr/>
        </p:nvCxnSpPr>
        <p:spPr>
          <a:xfrm>
            <a:off x="2516187" y="4897437"/>
            <a:ext cx="15875" cy="158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4_g_k0_1" descr="Editable line; source id c4_g_k0_1"/>
          <p:cNvCxnSpPr/>
          <p:nvPr/>
        </p:nvCxnSpPr>
        <p:spPr>
          <a:xfrm flipV="1">
            <a:off x="2532062" y="4881562"/>
            <a:ext cx="23812" cy="31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c4_g_b1" descr="Editable shape; source id c4_g_b1"/>
          <p:cNvSpPr/>
          <p:nvPr/>
        </p:nvSpPr>
        <p:spPr>
          <a:xfrm>
            <a:off x="2508249" y="4937124"/>
            <a:ext cx="47624" cy="47624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4_g_l1" descr="Editable line; source id c4_g_l1"/>
          <p:cNvCxnSpPr/>
          <p:nvPr/>
        </p:nvCxnSpPr>
        <p:spPr>
          <a:xfrm>
            <a:off x="2587624" y="4960937"/>
            <a:ext cx="119063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4_g_k1_0" descr="Editable line; source id c4_g_k1_0"/>
          <p:cNvCxnSpPr/>
          <p:nvPr/>
        </p:nvCxnSpPr>
        <p:spPr>
          <a:xfrm>
            <a:off x="2516187" y="4960937"/>
            <a:ext cx="15875" cy="15875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4_g_k1_1" descr="Editable line; source id c4_g_k1_1"/>
          <p:cNvCxnSpPr/>
          <p:nvPr/>
        </p:nvCxnSpPr>
        <p:spPr>
          <a:xfrm flipV="1">
            <a:off x="2532062" y="4945062"/>
            <a:ext cx="23812" cy="3175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4_g_b2" descr="Editable shape; source id c4_g_b2"/>
          <p:cNvSpPr/>
          <p:nvPr/>
        </p:nvSpPr>
        <p:spPr>
          <a:xfrm>
            <a:off x="2508249" y="5000624"/>
            <a:ext cx="47624" cy="47624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4_g_l2" descr="Editable line; source id c4_g_l2"/>
          <p:cNvCxnSpPr/>
          <p:nvPr/>
        </p:nvCxnSpPr>
        <p:spPr>
          <a:xfrm>
            <a:off x="2587624" y="5024437"/>
            <a:ext cx="119063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4_p_a" descr="Editable shape; source id c4_p_a"/>
          <p:cNvSpPr/>
          <p:nvPr/>
        </p:nvSpPr>
        <p:spPr>
          <a:xfrm>
            <a:off x="2793999" y="4810124"/>
            <a:ext cx="515937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c4_p_a_t" descr="Editable text; source id c4_p_a_t"/>
          <p:cNvSpPr txBox="1"/>
          <p:nvPr/>
        </p:nvSpPr>
        <p:spPr>
          <a:xfrm>
            <a:off x="2849562" y="4841874"/>
            <a:ext cx="404812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稿件</a:t>
            </a:r>
          </a:p>
        </p:txBody>
      </p:sp>
      <p:sp>
        <p:nvSpPr>
          <p:cNvPr id="66" name="c4_p_b" descr="Editable shape; source id c4_p_b"/>
          <p:cNvSpPr/>
          <p:nvPr/>
        </p:nvSpPr>
        <p:spPr>
          <a:xfrm>
            <a:off x="3611562" y="4810124"/>
            <a:ext cx="817562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c4_p_b_t" descr="Editable text; source id c4_p_b_t"/>
          <p:cNvSpPr txBox="1"/>
          <p:nvPr/>
        </p:nvSpPr>
        <p:spPr>
          <a:xfrm>
            <a:off x="3667124" y="4841874"/>
            <a:ext cx="706437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机械守卫</a:t>
            </a:r>
          </a:p>
        </p:txBody>
      </p:sp>
      <p:sp>
        <p:nvSpPr>
          <p:cNvPr id="68" name="c4_p_l" descr="Editable line; source id c4_p_l"/>
          <p:cNvSpPr/>
          <p:nvPr/>
        </p:nvSpPr>
        <p:spPr>
          <a:xfrm>
            <a:off x="3349625" y="4913312"/>
            <a:ext cx="222250" cy="63500"/>
          </a:xfrm>
          <a:custGeom>
            <a:avLst/>
            <a:gdLst/>
            <a:ahLst/>
            <a:cxnLst/>
            <a:rect l="l" t="t" r="r" b="b"/>
            <a:pathLst>
              <a:path w="28000" h="8000">
                <a:moveTo>
                  <a:pt x="0" y="2900"/>
                </a:moveTo>
                <a:lnTo>
                  <a:pt x="19000" y="2900"/>
                </a:lnTo>
                <a:lnTo>
                  <a:pt x="19000" y="0"/>
                </a:lnTo>
                <a:lnTo>
                  <a:pt x="28000" y="4000"/>
                </a:lnTo>
                <a:lnTo>
                  <a:pt x="19000" y="8000"/>
                </a:lnTo>
                <a:lnTo>
                  <a:pt x="19000" y="5100"/>
                </a:lnTo>
                <a:lnTo>
                  <a:pt x="0" y="510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c4_p_r" descr="Editable line; source id c4_p_r"/>
          <p:cNvSpPr/>
          <p:nvPr/>
        </p:nvSpPr>
        <p:spPr>
          <a:xfrm>
            <a:off x="3349625" y="4913312"/>
            <a:ext cx="222250" cy="63500"/>
          </a:xfrm>
          <a:custGeom>
            <a:avLst/>
            <a:gdLst/>
            <a:ahLst/>
            <a:cxnLst/>
            <a:rect l="l" t="t" r="r" b="b"/>
            <a:pathLst>
              <a:path w="28000" h="8000">
                <a:moveTo>
                  <a:pt x="28000" y="5100"/>
                </a:moveTo>
                <a:lnTo>
                  <a:pt x="9000" y="5100"/>
                </a:lnTo>
                <a:lnTo>
                  <a:pt x="9000" y="8000"/>
                </a:lnTo>
                <a:lnTo>
                  <a:pt x="0" y="4000"/>
                </a:lnTo>
                <a:lnTo>
                  <a:pt x="9000" y="0"/>
                </a:lnTo>
                <a:lnTo>
                  <a:pt x="9000" y="2900"/>
                </a:lnTo>
                <a:lnTo>
                  <a:pt x="28000" y="290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c4_k0" descr="Editable text; source id c4_k0"/>
          <p:cNvSpPr txBox="1"/>
          <p:nvPr/>
        </p:nvSpPr>
        <p:spPr>
          <a:xfrm>
            <a:off x="2476499" y="5135562"/>
            <a:ext cx="323849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390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bib_guard · tex_guard · pdf_guard</a:t>
            </a:r>
          </a:p>
        </p:txBody>
      </p:sp>
      <p:sp>
        <p:nvSpPr>
          <p:cNvPr id="71" name="c4_k1" descr="Editable text; source id c4_k1"/>
          <p:cNvSpPr txBox="1"/>
          <p:nvPr/>
        </p:nvSpPr>
        <p:spPr>
          <a:xfrm>
            <a:off x="2476499" y="5405437"/>
            <a:ext cx="323849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语言守卫</a:t>
            </a:r>
            <a:r>
              <a:rPr sz="1187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187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检查不过即返工，模型说了不算</a:t>
            </a:r>
          </a:p>
        </p:txBody>
      </p:sp>
      <p:sp>
        <p:nvSpPr>
          <p:cNvPr id="72" name="prod" descr="Editable shape; source id prod"/>
          <p:cNvSpPr/>
          <p:nvPr/>
        </p:nvSpPr>
        <p:spPr>
          <a:xfrm>
            <a:off x="301624" y="3174999"/>
            <a:ext cx="1666874" cy="1690687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 w="15081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prod_b" descr="Editable shape; source id prod_b"/>
          <p:cNvSpPr/>
          <p:nvPr/>
        </p:nvSpPr>
        <p:spPr>
          <a:xfrm>
            <a:off x="301624" y="3174999"/>
            <a:ext cx="47624" cy="1690687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prod_g_s2" descr="Editable shape; source id prod_g_s2"/>
          <p:cNvSpPr/>
          <p:nvPr/>
        </p:nvSpPr>
        <p:spPr>
          <a:xfrm>
            <a:off x="539749" y="3325812"/>
            <a:ext cx="119062" cy="1825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prod_g_s1" descr="Editable shape; source id prod_g_s1"/>
          <p:cNvSpPr/>
          <p:nvPr/>
        </p:nvSpPr>
        <p:spPr>
          <a:xfrm>
            <a:off x="515937" y="3301999"/>
            <a:ext cx="119062" cy="1825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prod_g_s0" descr="Editable shape; source id prod_g_s0"/>
          <p:cNvSpPr/>
          <p:nvPr/>
        </p:nvSpPr>
        <p:spPr>
          <a:xfrm>
            <a:off x="492124" y="3278187"/>
            <a:ext cx="119062" cy="1825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prod_g_l1" descr="Editable line; source id prod_g_l1"/>
          <p:cNvCxnSpPr/>
          <p:nvPr/>
        </p:nvCxnSpPr>
        <p:spPr>
          <a:xfrm>
            <a:off x="523874" y="3349624"/>
            <a:ext cx="79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prod_g_l2" descr="Editable line; source id prod_g_l2"/>
          <p:cNvCxnSpPr/>
          <p:nvPr/>
        </p:nvCxnSpPr>
        <p:spPr>
          <a:xfrm>
            <a:off x="523874" y="3381374"/>
            <a:ext cx="79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prod_g_l3" descr="Editable line; source id prod_g_l3"/>
          <p:cNvCxnSpPr/>
          <p:nvPr/>
        </p:nvCxnSpPr>
        <p:spPr>
          <a:xfrm>
            <a:off x="523874" y="3421062"/>
            <a:ext cx="55563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prod_t" descr="Editable text; source id prod_t"/>
          <p:cNvSpPr txBox="1"/>
          <p:nvPr/>
        </p:nvSpPr>
        <p:spPr>
          <a:xfrm>
            <a:off x="761999" y="3246437"/>
            <a:ext cx="817562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本轮产物</a:t>
            </a:r>
          </a:p>
        </p:txBody>
      </p:sp>
      <p:sp>
        <p:nvSpPr>
          <p:cNvPr id="81" name="prod_v_t0" descr="Editable shape; source id prod_v_t0"/>
          <p:cNvSpPr/>
          <p:nvPr/>
        </p:nvSpPr>
        <p:spPr>
          <a:xfrm>
            <a:off x="444499" y="3603624"/>
            <a:ext cx="142874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prod_v_t0_t" descr="Editable text; source id prod_v_t0_t"/>
          <p:cNvSpPr txBox="1"/>
          <p:nvPr/>
        </p:nvSpPr>
        <p:spPr>
          <a:xfrm>
            <a:off x="500062" y="3635374"/>
            <a:ext cx="13176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稿件</a:t>
            </a:r>
          </a:p>
        </p:txBody>
      </p:sp>
      <p:sp>
        <p:nvSpPr>
          <p:cNvPr id="83" name="prod_v_t1" descr="Editable shape; source id prod_v_t1"/>
          <p:cNvSpPr/>
          <p:nvPr/>
        </p:nvSpPr>
        <p:spPr>
          <a:xfrm>
            <a:off x="444499" y="3921124"/>
            <a:ext cx="142874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prod_v_t1_t" descr="Editable text; source id prod_v_t1_t"/>
          <p:cNvSpPr txBox="1"/>
          <p:nvPr/>
        </p:nvSpPr>
        <p:spPr>
          <a:xfrm>
            <a:off x="500062" y="3952874"/>
            <a:ext cx="13176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图件</a:t>
            </a:r>
          </a:p>
        </p:txBody>
      </p:sp>
      <p:sp>
        <p:nvSpPr>
          <p:cNvPr id="85" name="prod_v_t2" descr="Editable shape; source id prod_v_t2"/>
          <p:cNvSpPr/>
          <p:nvPr/>
        </p:nvSpPr>
        <p:spPr>
          <a:xfrm>
            <a:off x="444499" y="4238624"/>
            <a:ext cx="142874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prod_v_t2_t" descr="Editable text; source id prod_v_t2_t"/>
          <p:cNvSpPr txBox="1"/>
          <p:nvPr/>
        </p:nvSpPr>
        <p:spPr>
          <a:xfrm>
            <a:off x="500062" y="4270374"/>
            <a:ext cx="13176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实验方案</a:t>
            </a:r>
          </a:p>
        </p:txBody>
      </p:sp>
      <p:sp>
        <p:nvSpPr>
          <p:cNvPr id="87" name="prod_v_t3" descr="Editable shape; source id prod_v_t3"/>
          <p:cNvSpPr/>
          <p:nvPr/>
        </p:nvSpPr>
        <p:spPr>
          <a:xfrm>
            <a:off x="444499" y="4556124"/>
            <a:ext cx="142874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rod_v_t3_t" descr="Editable text; source id prod_v_t3_t"/>
          <p:cNvSpPr txBox="1"/>
          <p:nvPr/>
        </p:nvSpPr>
        <p:spPr>
          <a:xfrm>
            <a:off x="500062" y="4587874"/>
            <a:ext cx="13176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引用库</a:t>
            </a:r>
          </a:p>
        </p:txBody>
      </p:sp>
      <p:cxnSp>
        <p:nvCxnSpPr>
          <p:cNvPr id="89" name="p_t_0" descr="Editable line; source id p_t_0"/>
          <p:cNvCxnSpPr/>
          <p:nvPr/>
        </p:nvCxnSpPr>
        <p:spPr>
          <a:xfrm>
            <a:off x="2008187" y="4024312"/>
            <a:ext cx="119062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p_b_0" descr="Editable line; source id p_b_0"/>
          <p:cNvCxnSpPr/>
          <p:nvPr/>
        </p:nvCxnSpPr>
        <p:spPr>
          <a:xfrm>
            <a:off x="2127249" y="2666999"/>
            <a:ext cx="0" cy="2587625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p_a0_0" descr="Editable line; source id p_a0_0"/>
          <p:cNvSpPr/>
          <p:nvPr/>
        </p:nvSpPr>
        <p:spPr>
          <a:xfrm>
            <a:off x="2127250" y="2619375"/>
            <a:ext cx="166687" cy="95250"/>
          </a:xfrm>
          <a:custGeom>
            <a:avLst/>
            <a:gdLst/>
            <a:ahLst/>
            <a:cxnLst/>
            <a:rect l="l" t="t" r="r" b="b"/>
            <a:pathLst>
              <a:path w="21000" h="12000">
                <a:moveTo>
                  <a:pt x="0" y="4750"/>
                </a:moveTo>
                <a:lnTo>
                  <a:pt x="6000" y="4750"/>
                </a:lnTo>
                <a:lnTo>
                  <a:pt x="6000" y="0"/>
                </a:lnTo>
                <a:lnTo>
                  <a:pt x="21000" y="6000"/>
                </a:lnTo>
                <a:lnTo>
                  <a:pt x="6000" y="12000"/>
                </a:lnTo>
                <a:lnTo>
                  <a:pt x="6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p_a1_0" descr="Editable line; source id p_a1_0"/>
          <p:cNvSpPr/>
          <p:nvPr/>
        </p:nvSpPr>
        <p:spPr>
          <a:xfrm>
            <a:off x="2127250" y="3429000"/>
            <a:ext cx="166687" cy="95250"/>
          </a:xfrm>
          <a:custGeom>
            <a:avLst/>
            <a:gdLst/>
            <a:ahLst/>
            <a:cxnLst/>
            <a:rect l="l" t="t" r="r" b="b"/>
            <a:pathLst>
              <a:path w="21000" h="12000">
                <a:moveTo>
                  <a:pt x="0" y="4750"/>
                </a:moveTo>
                <a:lnTo>
                  <a:pt x="6000" y="4750"/>
                </a:lnTo>
                <a:lnTo>
                  <a:pt x="6000" y="0"/>
                </a:lnTo>
                <a:lnTo>
                  <a:pt x="21000" y="6000"/>
                </a:lnTo>
                <a:lnTo>
                  <a:pt x="6000" y="12000"/>
                </a:lnTo>
                <a:lnTo>
                  <a:pt x="6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p_a2_0" descr="Editable line; source id p_a2_0"/>
          <p:cNvSpPr/>
          <p:nvPr/>
        </p:nvSpPr>
        <p:spPr>
          <a:xfrm>
            <a:off x="2127250" y="4254500"/>
            <a:ext cx="166687" cy="95250"/>
          </a:xfrm>
          <a:custGeom>
            <a:avLst/>
            <a:gdLst/>
            <a:ahLst/>
            <a:cxnLst/>
            <a:rect l="l" t="t" r="r" b="b"/>
            <a:pathLst>
              <a:path w="21000" h="12000">
                <a:moveTo>
                  <a:pt x="0" y="4750"/>
                </a:moveTo>
                <a:lnTo>
                  <a:pt x="6000" y="4750"/>
                </a:lnTo>
                <a:lnTo>
                  <a:pt x="6000" y="0"/>
                </a:lnTo>
                <a:lnTo>
                  <a:pt x="21000" y="6000"/>
                </a:lnTo>
                <a:lnTo>
                  <a:pt x="6000" y="12000"/>
                </a:lnTo>
                <a:lnTo>
                  <a:pt x="6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p_a3_0" descr="Editable line; source id p_a3_0"/>
          <p:cNvSpPr/>
          <p:nvPr/>
        </p:nvSpPr>
        <p:spPr>
          <a:xfrm>
            <a:off x="2127250" y="5207000"/>
            <a:ext cx="166687" cy="95250"/>
          </a:xfrm>
          <a:custGeom>
            <a:avLst/>
            <a:gdLst/>
            <a:ahLst/>
            <a:cxnLst/>
            <a:rect l="l" t="t" r="r" b="b"/>
            <a:pathLst>
              <a:path w="21000" h="12000">
                <a:moveTo>
                  <a:pt x="0" y="4750"/>
                </a:moveTo>
                <a:lnTo>
                  <a:pt x="6000" y="4750"/>
                </a:lnTo>
                <a:lnTo>
                  <a:pt x="6000" y="0"/>
                </a:lnTo>
                <a:lnTo>
                  <a:pt x="21000" y="6000"/>
                </a:lnTo>
                <a:lnTo>
                  <a:pt x="6000" y="12000"/>
                </a:lnTo>
                <a:lnTo>
                  <a:pt x="6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stat" descr="Editable shape; source id stat"/>
          <p:cNvSpPr/>
          <p:nvPr/>
        </p:nvSpPr>
        <p:spPr>
          <a:xfrm>
            <a:off x="301624" y="1190624"/>
            <a:ext cx="1777999" cy="1373187"/>
          </a:xfrm>
          <a:prstGeom prst="roundRect">
            <a:avLst>
              <a:gd name="adj" fmla="val 5202"/>
            </a:avLst>
          </a:prstGeom>
          <a:solidFill>
            <a:srgbClr val="FFFFFF"/>
          </a:solidFill>
          <a:ln w="15081">
            <a:solidFill>
              <a:srgbClr val="9AA3AB"/>
            </a:solidFill>
            <a:custDash>
              <a:ds d="631579" sp="42105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stat_g_s2" descr="Editable shape; source id stat_g_s2"/>
          <p:cNvSpPr/>
          <p:nvPr/>
        </p:nvSpPr>
        <p:spPr>
          <a:xfrm>
            <a:off x="492124" y="1341437"/>
            <a:ext cx="119062" cy="1825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stat_g_s1" descr="Editable shape; source id stat_g_s1"/>
          <p:cNvSpPr/>
          <p:nvPr/>
        </p:nvSpPr>
        <p:spPr>
          <a:xfrm>
            <a:off x="468312" y="1317624"/>
            <a:ext cx="119062" cy="1825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stat_g_s0" descr="Editable shape; source id stat_g_s0"/>
          <p:cNvSpPr/>
          <p:nvPr/>
        </p:nvSpPr>
        <p:spPr>
          <a:xfrm>
            <a:off x="444499" y="1293812"/>
            <a:ext cx="119062" cy="182562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stat_g_l1" descr="Editable line; source id stat_g_l1"/>
          <p:cNvCxnSpPr/>
          <p:nvPr/>
        </p:nvCxnSpPr>
        <p:spPr>
          <a:xfrm>
            <a:off x="476249" y="1365249"/>
            <a:ext cx="79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at_g_l2" descr="Editable line; source id stat_g_l2"/>
          <p:cNvCxnSpPr/>
          <p:nvPr/>
        </p:nvCxnSpPr>
        <p:spPr>
          <a:xfrm>
            <a:off x="476249" y="1396999"/>
            <a:ext cx="79375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at_g_l3" descr="Editable line; source id stat_g_l3"/>
          <p:cNvCxnSpPr/>
          <p:nvPr/>
        </p:nvCxnSpPr>
        <p:spPr>
          <a:xfrm>
            <a:off x="476249" y="1436687"/>
            <a:ext cx="55563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stat_t" descr="Editable text; source id stat_t"/>
          <p:cNvSpPr txBox="1"/>
          <p:nvPr/>
        </p:nvSpPr>
        <p:spPr>
          <a:xfrm>
            <a:off x="714374" y="1262062"/>
            <a:ext cx="817562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5B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5B6570"/>
                </a:solidFill>
                <a:latin typeface="Noto Sans CJK SC"/>
                <a:ea typeface="Noto Sans CJK SC"/>
                <a:cs typeface="Noto Sans CJK SC"/>
              </a:rPr>
              <a:t>正式运行</a:t>
            </a:r>
          </a:p>
        </p:txBody>
      </p:sp>
      <p:sp>
        <p:nvSpPr>
          <p:cNvPr id="103" name="stat_v_t0" descr="Editable shape; source id stat_v_t0"/>
          <p:cNvSpPr/>
          <p:nvPr/>
        </p:nvSpPr>
        <p:spPr>
          <a:xfrm>
            <a:off x="396874" y="1619249"/>
            <a:ext cx="158749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stat_v_t0_t" descr="Editable text; source id stat_v_t0_t"/>
          <p:cNvSpPr txBox="1"/>
          <p:nvPr/>
        </p:nvSpPr>
        <p:spPr>
          <a:xfrm>
            <a:off x="452437" y="1650999"/>
            <a:ext cx="14763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091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2 </a:t>
            </a: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轮收敛</a:t>
            </a:r>
          </a:p>
        </p:txBody>
      </p:sp>
      <p:sp>
        <p:nvSpPr>
          <p:cNvPr id="105" name="stat_v_t1" descr="Editable shape; source id stat_v_t1"/>
          <p:cNvSpPr/>
          <p:nvPr/>
        </p:nvSpPr>
        <p:spPr>
          <a:xfrm>
            <a:off x="396874" y="1936749"/>
            <a:ext cx="158749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stat_v_t1_t" descr="Editable text; source id stat_v_t1_t"/>
          <p:cNvSpPr txBox="1"/>
          <p:nvPr/>
        </p:nvSpPr>
        <p:spPr>
          <a:xfrm>
            <a:off x="452437" y="1968499"/>
            <a:ext cx="14763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首轮</a:t>
            </a:r>
            <a:r>
              <a:rPr sz="1091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7 </a:t>
            </a: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项，第二轮</a:t>
            </a:r>
            <a:r>
              <a:rPr sz="1091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0</a:t>
            </a:r>
          </a:p>
        </p:txBody>
      </p:sp>
      <p:sp>
        <p:nvSpPr>
          <p:cNvPr id="107" name="stat_v_t2" descr="Editable shape; source id stat_v_t2"/>
          <p:cNvSpPr/>
          <p:nvPr/>
        </p:nvSpPr>
        <p:spPr>
          <a:xfrm>
            <a:off x="396874" y="2254249"/>
            <a:ext cx="158749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stat_v_t2_t" descr="Editable text; source id stat_v_t2_t"/>
          <p:cNvSpPr txBox="1"/>
          <p:nvPr/>
        </p:nvSpPr>
        <p:spPr>
          <a:xfrm>
            <a:off x="452437" y="2285999"/>
            <a:ext cx="14763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091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11 </a:t>
            </a: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个</a:t>
            </a:r>
            <a:r>
              <a:rPr sz="1091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issue </a:t>
            </a: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全关闭</a:t>
            </a:r>
          </a:p>
        </p:txBody>
      </p:sp>
      <p:sp>
        <p:nvSpPr>
          <p:cNvPr id="109" name="rt" descr="Editable shape; source id rt"/>
          <p:cNvSpPr/>
          <p:nvPr/>
        </p:nvSpPr>
        <p:spPr>
          <a:xfrm>
            <a:off x="6270624" y="1190624"/>
            <a:ext cx="2619374" cy="2539999"/>
          </a:xfrm>
          <a:prstGeom prst="roundRect">
            <a:avLst>
              <a:gd name="adj" fmla="val 2812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t_b" descr="Editable shape; source id rt_b"/>
          <p:cNvSpPr/>
          <p:nvPr/>
        </p:nvSpPr>
        <p:spPr>
          <a:xfrm>
            <a:off x="6270624" y="1190624"/>
            <a:ext cx="47624" cy="79374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t_g_b" descr="Editable shape; source id rt_g_b"/>
          <p:cNvSpPr/>
          <p:nvPr/>
        </p:nvSpPr>
        <p:spPr>
          <a:xfrm>
            <a:off x="6445249" y="1309687"/>
            <a:ext cx="190499" cy="166687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" name="rt_g_r1" descr="Editable line; source id rt_g_r1"/>
          <p:cNvCxnSpPr/>
          <p:nvPr/>
        </p:nvCxnSpPr>
        <p:spPr>
          <a:xfrm>
            <a:off x="6445249" y="1365249"/>
            <a:ext cx="1905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rt_g_r2" descr="Editable line; source id rt_g_r2"/>
          <p:cNvCxnSpPr/>
          <p:nvPr/>
        </p:nvCxnSpPr>
        <p:spPr>
          <a:xfrm>
            <a:off x="6445249" y="1420812"/>
            <a:ext cx="190500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rt_g_c1" descr="Editable line; source id rt_g_c1"/>
          <p:cNvCxnSpPr/>
          <p:nvPr/>
        </p:nvCxnSpPr>
        <p:spPr>
          <a:xfrm>
            <a:off x="6508749" y="1309687"/>
            <a:ext cx="0" cy="1666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rt_g_c2" descr="Editable line; source id rt_g_c2"/>
          <p:cNvCxnSpPr/>
          <p:nvPr/>
        </p:nvCxnSpPr>
        <p:spPr>
          <a:xfrm>
            <a:off x="6572249" y="1309687"/>
            <a:ext cx="0" cy="1666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t_t" descr="Editable text; source id rt_t"/>
          <p:cNvSpPr txBox="1"/>
          <p:nvPr/>
        </p:nvSpPr>
        <p:spPr>
          <a:xfrm>
            <a:off x="6730999" y="1262062"/>
            <a:ext cx="1254124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374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issue </a:t>
            </a:r>
            <a:r>
              <a:rPr sz="137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路由表</a:t>
            </a:r>
          </a:p>
        </p:txBody>
      </p:sp>
      <p:sp>
        <p:nvSpPr>
          <p:cNvPr id="117" name="rt_s" descr="Editable text; source id rt_s"/>
          <p:cNvSpPr txBox="1"/>
          <p:nvPr/>
        </p:nvSpPr>
        <p:spPr>
          <a:xfrm>
            <a:off x="6413499" y="1571624"/>
            <a:ext cx="2381249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defRPr>
            </a:pPr>
            <a:r>
              <a:rPr sz="1187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issue </a:t>
            </a:r>
            <a:r>
              <a:rPr sz="1187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带</a:t>
            </a:r>
            <a:r>
              <a:rPr sz="1187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target · severity</a:t>
            </a:r>
          </a:p>
        </p:txBody>
      </p:sp>
      <p:sp>
        <p:nvSpPr>
          <p:cNvPr id="118" name="rt_v_t0" descr="Editable shape; source id rt_v_t0"/>
          <p:cNvSpPr/>
          <p:nvPr/>
        </p:nvSpPr>
        <p:spPr>
          <a:xfrm>
            <a:off x="6413499" y="1873249"/>
            <a:ext cx="238124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t_v_t0_t" descr="Editable text; source id rt_v_t0_t"/>
          <p:cNvSpPr txBox="1"/>
          <p:nvPr/>
        </p:nvSpPr>
        <p:spPr>
          <a:xfrm>
            <a:off x="6469062" y="1904999"/>
            <a:ext cx="22701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覆盖缺口</a:t>
            </a:r>
            <a:r>
              <a:rPr sz="1091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→ </a:t>
            </a: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文献检索</a:t>
            </a:r>
          </a:p>
        </p:txBody>
      </p:sp>
      <p:sp>
        <p:nvSpPr>
          <p:cNvPr id="120" name="rt_v_t1" descr="Editable shape; source id rt_v_t1"/>
          <p:cNvSpPr/>
          <p:nvPr/>
        </p:nvSpPr>
        <p:spPr>
          <a:xfrm>
            <a:off x="6413499" y="2174874"/>
            <a:ext cx="238124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t_v_t1_t" descr="Editable text; source id rt_v_t1_t"/>
          <p:cNvSpPr txBox="1"/>
          <p:nvPr/>
        </p:nvSpPr>
        <p:spPr>
          <a:xfrm>
            <a:off x="6469062" y="2206624"/>
            <a:ext cx="22701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引用可疑</a:t>
            </a:r>
            <a:r>
              <a:rPr sz="1091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→ </a:t>
            </a: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引用核查</a:t>
            </a:r>
          </a:p>
        </p:txBody>
      </p:sp>
      <p:sp>
        <p:nvSpPr>
          <p:cNvPr id="122" name="rt_v_t2" descr="Editable shape; source id rt_v_t2"/>
          <p:cNvSpPr/>
          <p:nvPr/>
        </p:nvSpPr>
        <p:spPr>
          <a:xfrm>
            <a:off x="6413499" y="2476499"/>
            <a:ext cx="238124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t_v_t2_t" descr="Editable text; source id rt_v_t2_t"/>
          <p:cNvSpPr txBox="1"/>
          <p:nvPr/>
        </p:nvSpPr>
        <p:spPr>
          <a:xfrm>
            <a:off x="6469062" y="2508249"/>
            <a:ext cx="22701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分类不</a:t>
            </a:r>
            <a:r>
              <a:rPr sz="1091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MECE → </a:t>
            </a: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分类法</a:t>
            </a:r>
          </a:p>
        </p:txBody>
      </p:sp>
      <p:sp>
        <p:nvSpPr>
          <p:cNvPr id="124" name="rt_v_t3" descr="Editable shape; source id rt_v_t3"/>
          <p:cNvSpPr/>
          <p:nvPr/>
        </p:nvSpPr>
        <p:spPr>
          <a:xfrm>
            <a:off x="6413499" y="2778124"/>
            <a:ext cx="238124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t_v_t3_t" descr="Editable text; source id rt_v_t3_t"/>
          <p:cNvSpPr txBox="1"/>
          <p:nvPr/>
        </p:nvSpPr>
        <p:spPr>
          <a:xfrm>
            <a:off x="6469062" y="2809874"/>
            <a:ext cx="22701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图文不符</a:t>
            </a:r>
            <a:r>
              <a:rPr sz="1091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→ </a:t>
            </a: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图件</a:t>
            </a:r>
          </a:p>
        </p:txBody>
      </p:sp>
      <p:sp>
        <p:nvSpPr>
          <p:cNvPr id="126" name="rt_v_t4" descr="Editable shape; source id rt_v_t4"/>
          <p:cNvSpPr/>
          <p:nvPr/>
        </p:nvSpPr>
        <p:spPr>
          <a:xfrm>
            <a:off x="6413499" y="3079749"/>
            <a:ext cx="238124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t_v_t4_t" descr="Editable text; source id rt_v_t4_t"/>
          <p:cNvSpPr txBox="1"/>
          <p:nvPr/>
        </p:nvSpPr>
        <p:spPr>
          <a:xfrm>
            <a:off x="6469062" y="3111499"/>
            <a:ext cx="22701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无证据断言</a:t>
            </a:r>
            <a:r>
              <a:rPr sz="1091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→ </a:t>
            </a: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写作</a:t>
            </a:r>
          </a:p>
        </p:txBody>
      </p:sp>
      <p:sp>
        <p:nvSpPr>
          <p:cNvPr id="128" name="rt_v_t5" descr="Editable shape; source id rt_v_t5"/>
          <p:cNvSpPr/>
          <p:nvPr/>
        </p:nvSpPr>
        <p:spPr>
          <a:xfrm>
            <a:off x="6413499" y="3381374"/>
            <a:ext cx="238124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t_v_t5_t" descr="Editable text; source id rt_v_t5_t"/>
          <p:cNvSpPr txBox="1"/>
          <p:nvPr/>
        </p:nvSpPr>
        <p:spPr>
          <a:xfrm>
            <a:off x="6469062" y="3413124"/>
            <a:ext cx="227012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未落到前驱体</a:t>
            </a:r>
            <a:r>
              <a:rPr sz="1091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→ </a:t>
            </a: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实验构想</a:t>
            </a:r>
          </a:p>
        </p:txBody>
      </p:sp>
      <p:sp>
        <p:nvSpPr>
          <p:cNvPr id="130" name="cas" descr="Editable shape; source id cas"/>
          <p:cNvSpPr/>
          <p:nvPr/>
        </p:nvSpPr>
        <p:spPr>
          <a:xfrm>
            <a:off x="6270624" y="3968749"/>
            <a:ext cx="2619374" cy="1881187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cas_b" descr="Editable shape; source id cas_b"/>
          <p:cNvSpPr/>
          <p:nvPr/>
        </p:nvSpPr>
        <p:spPr>
          <a:xfrm>
            <a:off x="6270624" y="3968749"/>
            <a:ext cx="47624" cy="1881187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cas_g_o" descr="Editable shape; source id cas_g_o"/>
          <p:cNvSpPr/>
          <p:nvPr/>
        </p:nvSpPr>
        <p:spPr>
          <a:xfrm>
            <a:off x="6453187" y="4079874"/>
            <a:ext cx="174624" cy="174624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3" name="cas_g_a_0" descr="Editable line; source id cas_g_a_0"/>
          <p:cNvCxnSpPr/>
          <p:nvPr/>
        </p:nvCxnSpPr>
        <p:spPr>
          <a:xfrm>
            <a:off x="6596062" y="4095749"/>
            <a:ext cx="39687" cy="793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as_g_a_1" descr="Editable line; source id cas_g_a_1"/>
          <p:cNvCxnSpPr/>
          <p:nvPr/>
        </p:nvCxnSpPr>
        <p:spPr>
          <a:xfrm flipH="1">
            <a:off x="6619874" y="4103687"/>
            <a:ext cx="15875" cy="396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cas_t" descr="Editable text; source id cas_t"/>
          <p:cNvSpPr txBox="1"/>
          <p:nvPr/>
        </p:nvSpPr>
        <p:spPr>
          <a:xfrm>
            <a:off x="6730999" y="4040187"/>
            <a:ext cx="817562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级联失效</a:t>
            </a:r>
          </a:p>
        </p:txBody>
      </p:sp>
      <p:sp>
        <p:nvSpPr>
          <p:cNvPr id="136" name="cas_v_t0" descr="Editable shape; source id cas_v_t0"/>
          <p:cNvSpPr/>
          <p:nvPr/>
        </p:nvSpPr>
        <p:spPr>
          <a:xfrm>
            <a:off x="6651624" y="4397374"/>
            <a:ext cx="190499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cas_v_t0_t" descr="Editable text; source id cas_v_t0_t"/>
          <p:cNvSpPr txBox="1"/>
          <p:nvPr/>
        </p:nvSpPr>
        <p:spPr>
          <a:xfrm>
            <a:off x="6707187" y="4429124"/>
            <a:ext cx="17938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上游产物变更</a:t>
            </a:r>
          </a:p>
        </p:txBody>
      </p:sp>
      <p:sp>
        <p:nvSpPr>
          <p:cNvPr id="138" name="cas_v_t1" descr="Editable shape; source id cas_v_t1"/>
          <p:cNvSpPr/>
          <p:nvPr/>
        </p:nvSpPr>
        <p:spPr>
          <a:xfrm>
            <a:off x="6651624" y="4778374"/>
            <a:ext cx="190499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cas_v_t1_t" descr="Editable text; source id cas_v_t1_t"/>
          <p:cNvSpPr txBox="1"/>
          <p:nvPr/>
        </p:nvSpPr>
        <p:spPr>
          <a:xfrm>
            <a:off x="6707187" y="4810124"/>
            <a:ext cx="17938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指纹重算</a:t>
            </a:r>
          </a:p>
        </p:txBody>
      </p:sp>
      <p:sp>
        <p:nvSpPr>
          <p:cNvPr id="140" name="cas_v_a1" descr="Editable line; source id cas_v_a1"/>
          <p:cNvSpPr/>
          <p:nvPr/>
        </p:nvSpPr>
        <p:spPr>
          <a:xfrm>
            <a:off x="7588250" y="4691062"/>
            <a:ext cx="31750" cy="63500"/>
          </a:xfrm>
          <a:custGeom>
            <a:avLst/>
            <a:gdLst/>
            <a:ahLst/>
            <a:cxnLst/>
            <a:rect l="l" t="t" r="r" b="b"/>
            <a:pathLst>
              <a:path w="4000" h="8000">
                <a:moveTo>
                  <a:pt x="3100" y="0"/>
                </a:moveTo>
                <a:lnTo>
                  <a:pt x="3100" y="3600"/>
                </a:lnTo>
                <a:lnTo>
                  <a:pt x="4000" y="3600"/>
                </a:lnTo>
                <a:lnTo>
                  <a:pt x="2000" y="8000"/>
                </a:lnTo>
                <a:lnTo>
                  <a:pt x="0" y="3600"/>
                </a:lnTo>
                <a:lnTo>
                  <a:pt x="900" y="3600"/>
                </a:lnTo>
                <a:lnTo>
                  <a:pt x="90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cas_v_t2" descr="Editable shape; source id cas_v_t2"/>
          <p:cNvSpPr/>
          <p:nvPr/>
        </p:nvSpPr>
        <p:spPr>
          <a:xfrm>
            <a:off x="6651624" y="5159374"/>
            <a:ext cx="190499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cas_v_t2_t" descr="Editable text; source id cas_v_t2_t"/>
          <p:cNvSpPr txBox="1"/>
          <p:nvPr/>
        </p:nvSpPr>
        <p:spPr>
          <a:xfrm>
            <a:off x="6707187" y="5191124"/>
            <a:ext cx="17938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下游闸门置回</a:t>
            </a:r>
            <a:r>
              <a:rPr sz="1091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PENDING</a:t>
            </a:r>
          </a:p>
        </p:txBody>
      </p:sp>
      <p:sp>
        <p:nvSpPr>
          <p:cNvPr id="143" name="cas_v_a2" descr="Editable line; source id cas_v_a2"/>
          <p:cNvSpPr/>
          <p:nvPr/>
        </p:nvSpPr>
        <p:spPr>
          <a:xfrm>
            <a:off x="7588250" y="5072062"/>
            <a:ext cx="31750" cy="63500"/>
          </a:xfrm>
          <a:custGeom>
            <a:avLst/>
            <a:gdLst/>
            <a:ahLst/>
            <a:cxnLst/>
            <a:rect l="l" t="t" r="r" b="b"/>
            <a:pathLst>
              <a:path w="4000" h="8000">
                <a:moveTo>
                  <a:pt x="3100" y="0"/>
                </a:moveTo>
                <a:lnTo>
                  <a:pt x="3100" y="3600"/>
                </a:lnTo>
                <a:lnTo>
                  <a:pt x="4000" y="3600"/>
                </a:lnTo>
                <a:lnTo>
                  <a:pt x="2000" y="8000"/>
                </a:lnTo>
                <a:lnTo>
                  <a:pt x="0" y="3600"/>
                </a:lnTo>
                <a:lnTo>
                  <a:pt x="900" y="3600"/>
                </a:lnTo>
                <a:lnTo>
                  <a:pt x="90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cas_v_t3" descr="Editable shape; source id cas_v_t3"/>
          <p:cNvSpPr/>
          <p:nvPr/>
        </p:nvSpPr>
        <p:spPr>
          <a:xfrm>
            <a:off x="6651624" y="5540374"/>
            <a:ext cx="190499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cas_v_t3_t" descr="Editable text; source id cas_v_t3_t"/>
          <p:cNvSpPr txBox="1"/>
          <p:nvPr/>
        </p:nvSpPr>
        <p:spPr>
          <a:xfrm>
            <a:off x="6707187" y="5572124"/>
            <a:ext cx="17938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复核</a:t>
            </a:r>
          </a:p>
        </p:txBody>
      </p:sp>
      <p:sp>
        <p:nvSpPr>
          <p:cNvPr id="146" name="cas_v_a3" descr="Editable line; source id cas_v_a3"/>
          <p:cNvSpPr/>
          <p:nvPr/>
        </p:nvSpPr>
        <p:spPr>
          <a:xfrm>
            <a:off x="7588250" y="5453062"/>
            <a:ext cx="31750" cy="63500"/>
          </a:xfrm>
          <a:custGeom>
            <a:avLst/>
            <a:gdLst/>
            <a:ahLst/>
            <a:cxnLst/>
            <a:rect l="l" t="t" r="r" b="b"/>
            <a:pathLst>
              <a:path w="4000" h="8000">
                <a:moveTo>
                  <a:pt x="3100" y="0"/>
                </a:moveTo>
                <a:lnTo>
                  <a:pt x="3100" y="3600"/>
                </a:lnTo>
                <a:lnTo>
                  <a:pt x="4000" y="3600"/>
                </a:lnTo>
                <a:lnTo>
                  <a:pt x="2000" y="8000"/>
                </a:lnTo>
                <a:lnTo>
                  <a:pt x="0" y="3600"/>
                </a:lnTo>
                <a:lnTo>
                  <a:pt x="900" y="3600"/>
                </a:lnTo>
                <a:lnTo>
                  <a:pt x="90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7" name="q_a0_0" descr="Editable line; source id q_a0_0"/>
          <p:cNvCxnSpPr/>
          <p:nvPr/>
        </p:nvCxnSpPr>
        <p:spPr>
          <a:xfrm>
            <a:off x="5849937" y="2666999"/>
            <a:ext cx="103187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q_a1_0" descr="Editable line; source id q_a1_0"/>
          <p:cNvCxnSpPr/>
          <p:nvPr/>
        </p:nvCxnSpPr>
        <p:spPr>
          <a:xfrm>
            <a:off x="5849937" y="3476624"/>
            <a:ext cx="103187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q_a2_0" descr="Editable line; source id q_a2_0"/>
          <p:cNvCxnSpPr/>
          <p:nvPr/>
        </p:nvCxnSpPr>
        <p:spPr>
          <a:xfrm>
            <a:off x="5849937" y="4302124"/>
            <a:ext cx="103187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q_a3_0" descr="Editable line; source id q_a3_0"/>
          <p:cNvCxnSpPr/>
          <p:nvPr/>
        </p:nvCxnSpPr>
        <p:spPr>
          <a:xfrm>
            <a:off x="5849937" y="5254624"/>
            <a:ext cx="103187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q_b_0" descr="Editable line; source id q_b_0"/>
          <p:cNvCxnSpPr/>
          <p:nvPr/>
        </p:nvCxnSpPr>
        <p:spPr>
          <a:xfrm>
            <a:off x="5953124" y="2666999"/>
            <a:ext cx="0" cy="2587625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q_t_0" descr="Editable line; source id q_t_0"/>
          <p:cNvSpPr/>
          <p:nvPr/>
        </p:nvSpPr>
        <p:spPr>
          <a:xfrm>
            <a:off x="5953125" y="2619375"/>
            <a:ext cx="277812" cy="95250"/>
          </a:xfrm>
          <a:custGeom>
            <a:avLst/>
            <a:gdLst/>
            <a:ahLst/>
            <a:cxnLst/>
            <a:rect l="l" t="t" r="r" b="b"/>
            <a:pathLst>
              <a:path w="35000" h="12000">
                <a:moveTo>
                  <a:pt x="0" y="4750"/>
                </a:moveTo>
                <a:lnTo>
                  <a:pt x="20000" y="4750"/>
                </a:lnTo>
                <a:lnTo>
                  <a:pt x="20000" y="0"/>
                </a:lnTo>
                <a:lnTo>
                  <a:pt x="35000" y="6000"/>
                </a:lnTo>
                <a:lnTo>
                  <a:pt x="20000" y="12000"/>
                </a:lnTo>
                <a:lnTo>
                  <a:pt x="20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_c_0" descr="Editable line; source id r_c_0"/>
          <p:cNvSpPr/>
          <p:nvPr/>
        </p:nvSpPr>
        <p:spPr>
          <a:xfrm>
            <a:off x="7532687" y="3770312"/>
            <a:ext cx="95250" cy="158750"/>
          </a:xfrm>
          <a:custGeom>
            <a:avLst/>
            <a:gdLst/>
            <a:ahLst/>
            <a:cxnLst/>
            <a:rect l="l" t="t" r="r" b="b"/>
            <a:pathLst>
              <a:path w="12000" h="20000">
                <a:moveTo>
                  <a:pt x="7250" y="0"/>
                </a:moveTo>
                <a:lnTo>
                  <a:pt x="7250" y="5000"/>
                </a:lnTo>
                <a:lnTo>
                  <a:pt x="12000" y="5000"/>
                </a:lnTo>
                <a:lnTo>
                  <a:pt x="6000" y="20000"/>
                </a:lnTo>
                <a:lnTo>
                  <a:pt x="0" y="5000"/>
                </a:lnTo>
                <a:lnTo>
                  <a:pt x="4750" y="5000"/>
                </a:lnTo>
                <a:lnTo>
                  <a:pt x="475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4" name="loop_0" descr="Editable line; source id loop_0"/>
          <p:cNvCxnSpPr/>
          <p:nvPr/>
        </p:nvCxnSpPr>
        <p:spPr>
          <a:xfrm>
            <a:off x="7580312" y="5889624"/>
            <a:ext cx="0" cy="127000"/>
          </a:xfrm>
          <a:prstGeom prst="line">
            <a:avLst/>
          </a:prstGeom>
          <a:ln w="19843">
            <a:solidFill>
              <a:srgbClr val="3C4753"/>
            </a:solidFill>
            <a:custDash>
              <a:ds d="440000" sp="28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loop_1" descr="Editable line; source id loop_1"/>
          <p:cNvCxnSpPr/>
          <p:nvPr/>
        </p:nvCxnSpPr>
        <p:spPr>
          <a:xfrm flipH="1">
            <a:off x="1190624" y="6016624"/>
            <a:ext cx="6389688" cy="0"/>
          </a:xfrm>
          <a:prstGeom prst="line">
            <a:avLst/>
          </a:prstGeom>
          <a:ln w="19843">
            <a:solidFill>
              <a:srgbClr val="3C4753"/>
            </a:solidFill>
            <a:custDash>
              <a:ds d="440000" sp="28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loop_2" descr="Editable line; source id loop_2"/>
          <p:cNvCxnSpPr/>
          <p:nvPr/>
        </p:nvCxnSpPr>
        <p:spPr>
          <a:xfrm flipV="1">
            <a:off x="1190624" y="4905374"/>
            <a:ext cx="0" cy="1111250"/>
          </a:xfrm>
          <a:prstGeom prst="line">
            <a:avLst/>
          </a:prstGeom>
          <a:ln w="19843">
            <a:solidFill>
              <a:srgbClr val="3C4753"/>
            </a:solidFill>
            <a:custDash>
              <a:ds d="440000" sp="280000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loop_p" descr="Editable shape; source id loop_p"/>
          <p:cNvSpPr/>
          <p:nvPr/>
        </p:nvSpPr>
        <p:spPr>
          <a:xfrm>
            <a:off x="3349624" y="5857874"/>
            <a:ext cx="1881187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699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loop_p_t" descr="Editable text; source id loop_p_t"/>
          <p:cNvSpPr txBox="1"/>
          <p:nvPr/>
        </p:nvSpPr>
        <p:spPr>
          <a:xfrm>
            <a:off x="3428999" y="5889624"/>
            <a:ext cx="172243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只重跑责任阶段</a:t>
            </a:r>
            <a:r>
              <a:rPr sz="1124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124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下一轮</a:t>
            </a:r>
          </a:p>
        </p:txBody>
      </p:sp>
      <p:sp>
        <p:nvSpPr>
          <p:cNvPr id="159" name="zM" descr="Editable shape; source id zM"/>
          <p:cNvSpPr/>
          <p:nvPr/>
        </p:nvSpPr>
        <p:spPr>
          <a:xfrm>
            <a:off x="9080499" y="1111249"/>
            <a:ext cx="2809874" cy="4913312"/>
          </a:xfrm>
          <a:prstGeom prst="roundRect">
            <a:avLst>
              <a:gd name="adj" fmla="val 3954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zM_l" descr="Editable text; source id zM_l"/>
          <p:cNvSpPr txBox="1"/>
          <p:nvPr/>
        </p:nvSpPr>
        <p:spPr>
          <a:xfrm>
            <a:off x="9223374" y="1190624"/>
            <a:ext cx="1063624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机械放行</a:t>
            </a:r>
          </a:p>
        </p:txBody>
      </p:sp>
      <p:sp>
        <p:nvSpPr>
          <p:cNvPr id="161" name="lc" descr="Editable shape; source id lc"/>
          <p:cNvSpPr/>
          <p:nvPr/>
        </p:nvSpPr>
        <p:spPr>
          <a:xfrm>
            <a:off x="9207499" y="1627187"/>
            <a:ext cx="2555874" cy="1770062"/>
          </a:xfrm>
          <a:prstGeom prst="roundRect">
            <a:avLst>
              <a:gd name="adj" fmla="val 4035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lc_b" descr="Editable shape; source id lc_b"/>
          <p:cNvSpPr/>
          <p:nvPr/>
        </p:nvSpPr>
        <p:spPr>
          <a:xfrm>
            <a:off x="9207499" y="1627187"/>
            <a:ext cx="47624" cy="1770062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lc_g_b" descr="Editable shape; source id lc_g_b"/>
          <p:cNvSpPr/>
          <p:nvPr/>
        </p:nvSpPr>
        <p:spPr>
          <a:xfrm>
            <a:off x="9382124" y="1746249"/>
            <a:ext cx="190499" cy="158749"/>
          </a:xfrm>
          <a:prstGeom prst="rect">
            <a:avLst/>
          </a:prstGeom>
          <a:noFill/>
          <a:ln w="18216">
            <a:solidFill>
              <a:srgbClr val="111A24"/>
            </a:solidFill>
            <a:custDash>
              <a:ds d="97603" sp="8366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lc_t" descr="Editable text; source id lc_t"/>
          <p:cNvSpPr txBox="1"/>
          <p:nvPr/>
        </p:nvSpPr>
        <p:spPr>
          <a:xfrm>
            <a:off x="9667874" y="1698624"/>
            <a:ext cx="1666874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374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loopctl </a:t>
            </a:r>
            <a:r>
              <a:rPr sz="137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拒绝写入</a:t>
            </a:r>
          </a:p>
        </p:txBody>
      </p:sp>
      <p:sp>
        <p:nvSpPr>
          <p:cNvPr id="165" name="lc_r_r0" descr="Editable shape; source id lc_r_r0"/>
          <p:cNvSpPr/>
          <p:nvPr/>
        </p:nvSpPr>
        <p:spPr>
          <a:xfrm>
            <a:off x="9350374" y="2055812"/>
            <a:ext cx="2317749" cy="238124"/>
          </a:xfrm>
          <a:prstGeom prst="roundRect">
            <a:avLst>
              <a:gd name="adj" fmla="val 20000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lc_r_c0_b" descr="Editable shape; source id lc_r_c0_b"/>
          <p:cNvSpPr/>
          <p:nvPr/>
        </p:nvSpPr>
        <p:spPr>
          <a:xfrm>
            <a:off x="9453562" y="2127249"/>
            <a:ext cx="103187" cy="103187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7" name="lc_r_c0_k_0" descr="Editable line; source id lc_r_c0_k_0"/>
          <p:cNvCxnSpPr/>
          <p:nvPr/>
        </p:nvCxnSpPr>
        <p:spPr>
          <a:xfrm>
            <a:off x="9477374" y="2174874"/>
            <a:ext cx="23813" cy="23813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lc_r_c0_k_1" descr="Editable line; source id lc_r_c0_k_1"/>
          <p:cNvCxnSpPr/>
          <p:nvPr/>
        </p:nvCxnSpPr>
        <p:spPr>
          <a:xfrm flipV="1">
            <a:off x="9501187" y="2151062"/>
            <a:ext cx="31750" cy="47625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lc_r_x0" descr="Editable text; source id lc_r_x0"/>
          <p:cNvSpPr txBox="1"/>
          <p:nvPr/>
        </p:nvSpPr>
        <p:spPr>
          <a:xfrm>
            <a:off x="9659937" y="2047874"/>
            <a:ext cx="1881187" cy="261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跳阶段</a:t>
            </a:r>
          </a:p>
        </p:txBody>
      </p:sp>
      <p:sp>
        <p:nvSpPr>
          <p:cNvPr id="170" name="lc_r_r1" descr="Editable shape; source id lc_r_r1"/>
          <p:cNvSpPr/>
          <p:nvPr/>
        </p:nvSpPr>
        <p:spPr>
          <a:xfrm>
            <a:off x="9350374" y="2325687"/>
            <a:ext cx="2317749" cy="238124"/>
          </a:xfrm>
          <a:prstGeom prst="roundRect">
            <a:avLst>
              <a:gd name="adj" fmla="val 20000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lc_r_c1_b" descr="Editable shape; source id lc_r_c1_b"/>
          <p:cNvSpPr/>
          <p:nvPr/>
        </p:nvSpPr>
        <p:spPr>
          <a:xfrm>
            <a:off x="9453562" y="2397124"/>
            <a:ext cx="103187" cy="103187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2" name="lc_r_c1_k_0" descr="Editable line; source id lc_r_c1_k_0"/>
          <p:cNvCxnSpPr/>
          <p:nvPr/>
        </p:nvCxnSpPr>
        <p:spPr>
          <a:xfrm>
            <a:off x="9477374" y="2444749"/>
            <a:ext cx="23813" cy="23813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lc_r_c1_k_1" descr="Editable line; source id lc_r_c1_k_1"/>
          <p:cNvCxnSpPr/>
          <p:nvPr/>
        </p:nvCxnSpPr>
        <p:spPr>
          <a:xfrm flipV="1">
            <a:off x="9501187" y="2420937"/>
            <a:ext cx="31750" cy="47625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lc_r_x1" descr="Editable text; source id lc_r_x1"/>
          <p:cNvSpPr txBox="1"/>
          <p:nvPr/>
        </p:nvSpPr>
        <p:spPr>
          <a:xfrm>
            <a:off x="9659937" y="2317749"/>
            <a:ext cx="1881187" cy="261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缺并发证据</a:t>
            </a:r>
          </a:p>
        </p:txBody>
      </p:sp>
      <p:sp>
        <p:nvSpPr>
          <p:cNvPr id="175" name="lc_r_r2" descr="Editable shape; source id lc_r_r2"/>
          <p:cNvSpPr/>
          <p:nvPr/>
        </p:nvSpPr>
        <p:spPr>
          <a:xfrm>
            <a:off x="9350374" y="2595562"/>
            <a:ext cx="2317749" cy="238124"/>
          </a:xfrm>
          <a:prstGeom prst="roundRect">
            <a:avLst>
              <a:gd name="adj" fmla="val 20000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lc_r_c2_b" descr="Editable shape; source id lc_r_c2_b"/>
          <p:cNvSpPr/>
          <p:nvPr/>
        </p:nvSpPr>
        <p:spPr>
          <a:xfrm>
            <a:off x="9453562" y="2666999"/>
            <a:ext cx="103187" cy="103187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7" name="lc_r_c2_k_0" descr="Editable line; source id lc_r_c2_k_0"/>
          <p:cNvCxnSpPr/>
          <p:nvPr/>
        </p:nvCxnSpPr>
        <p:spPr>
          <a:xfrm>
            <a:off x="9477374" y="2714624"/>
            <a:ext cx="23813" cy="23813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lc_r_c2_k_1" descr="Editable line; source id lc_r_c2_k_1"/>
          <p:cNvCxnSpPr/>
          <p:nvPr/>
        </p:nvCxnSpPr>
        <p:spPr>
          <a:xfrm flipV="1">
            <a:off x="9501187" y="2690812"/>
            <a:ext cx="31750" cy="47625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lc_r_x2" descr="Editable text; source id lc_r_x2"/>
          <p:cNvSpPr txBox="1"/>
          <p:nvPr/>
        </p:nvSpPr>
        <p:spPr>
          <a:xfrm>
            <a:off x="9659937" y="2587624"/>
            <a:ext cx="1881187" cy="261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单轮审稿</a:t>
            </a:r>
          </a:p>
        </p:txBody>
      </p:sp>
      <p:sp>
        <p:nvSpPr>
          <p:cNvPr id="180" name="lc_r_r3" descr="Editable shape; source id lc_r_r3"/>
          <p:cNvSpPr/>
          <p:nvPr/>
        </p:nvSpPr>
        <p:spPr>
          <a:xfrm>
            <a:off x="9350374" y="2865437"/>
            <a:ext cx="2317749" cy="238124"/>
          </a:xfrm>
          <a:prstGeom prst="roundRect">
            <a:avLst>
              <a:gd name="adj" fmla="val 20000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lc_r_c3_b" descr="Editable shape; source id lc_r_c3_b"/>
          <p:cNvSpPr/>
          <p:nvPr/>
        </p:nvSpPr>
        <p:spPr>
          <a:xfrm>
            <a:off x="9453562" y="2936874"/>
            <a:ext cx="103187" cy="103187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2" name="lc_r_c3_k_0" descr="Editable line; source id lc_r_c3_k_0"/>
          <p:cNvCxnSpPr/>
          <p:nvPr/>
        </p:nvCxnSpPr>
        <p:spPr>
          <a:xfrm>
            <a:off x="9477374" y="2984499"/>
            <a:ext cx="23813" cy="23813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lc_r_c3_k_1" descr="Editable line; source id lc_r_c3_k_1"/>
          <p:cNvCxnSpPr/>
          <p:nvPr/>
        </p:nvCxnSpPr>
        <p:spPr>
          <a:xfrm flipV="1">
            <a:off x="9501187" y="2960687"/>
            <a:ext cx="31750" cy="47625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lc_r_x3" descr="Editable text; source id lc_r_x3"/>
          <p:cNvSpPr txBox="1"/>
          <p:nvPr/>
        </p:nvSpPr>
        <p:spPr>
          <a:xfrm>
            <a:off x="9659937" y="2857499"/>
            <a:ext cx="1881187" cy="261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无回执</a:t>
            </a:r>
          </a:p>
        </p:txBody>
      </p:sp>
      <p:sp>
        <p:nvSpPr>
          <p:cNvPr id="185" name="lc_r_r4" descr="Editable shape; source id lc_r_r4"/>
          <p:cNvSpPr/>
          <p:nvPr/>
        </p:nvSpPr>
        <p:spPr>
          <a:xfrm>
            <a:off x="9350374" y="3135312"/>
            <a:ext cx="2317749" cy="238124"/>
          </a:xfrm>
          <a:prstGeom prst="roundRect">
            <a:avLst>
              <a:gd name="adj" fmla="val 20000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lc_r_c4_b" descr="Editable shape; source id lc_r_c4_b"/>
          <p:cNvSpPr/>
          <p:nvPr/>
        </p:nvSpPr>
        <p:spPr>
          <a:xfrm>
            <a:off x="9453562" y="3206749"/>
            <a:ext cx="103187" cy="103187"/>
          </a:xfrm>
          <a:prstGeom prst="rect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7" name="lc_r_c4_k_0" descr="Editable line; source id lc_r_c4_k_0"/>
          <p:cNvCxnSpPr/>
          <p:nvPr/>
        </p:nvCxnSpPr>
        <p:spPr>
          <a:xfrm>
            <a:off x="9477374" y="3254374"/>
            <a:ext cx="23813" cy="23813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lc_r_c4_k_1" descr="Editable line; source id lc_r_c4_k_1"/>
          <p:cNvCxnSpPr/>
          <p:nvPr/>
        </p:nvCxnSpPr>
        <p:spPr>
          <a:xfrm flipV="1">
            <a:off x="9501187" y="3230562"/>
            <a:ext cx="31750" cy="47625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lc_r_x4" descr="Editable text; source id lc_r_x4"/>
          <p:cNvSpPr txBox="1"/>
          <p:nvPr/>
        </p:nvSpPr>
        <p:spPr>
          <a:xfrm>
            <a:off x="9659937" y="3127374"/>
            <a:ext cx="1881187" cy="26193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非</a:t>
            </a:r>
            <a:r>
              <a:rPr sz="1187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TeX </a:t>
            </a:r>
            <a:r>
              <a:rPr sz="1187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编译的</a:t>
            </a:r>
            <a:r>
              <a:rPr sz="1187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PDF</a:t>
            </a:r>
          </a:p>
        </p:txBody>
      </p:sp>
      <p:sp>
        <p:nvSpPr>
          <p:cNvPr id="190" name="cd" descr="Editable shape; source id cd"/>
          <p:cNvSpPr/>
          <p:nvPr/>
        </p:nvSpPr>
        <p:spPr>
          <a:xfrm>
            <a:off x="9207499" y="3635374"/>
            <a:ext cx="2555874" cy="2293937"/>
          </a:xfrm>
          <a:prstGeom prst="roundRect">
            <a:avLst>
              <a:gd name="adj" fmla="val 3114"/>
            </a:avLst>
          </a:prstGeom>
          <a:solidFill>
            <a:srgbClr val="FFFFFF"/>
          </a:solidFill>
          <a:ln w="15081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cd_b" descr="Editable shape; source id cd_b"/>
          <p:cNvSpPr/>
          <p:nvPr/>
        </p:nvSpPr>
        <p:spPr>
          <a:xfrm>
            <a:off x="9207499" y="3635374"/>
            <a:ext cx="47624" cy="2293937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cd_g_c" descr="Editable shape; source id cd_g_c"/>
          <p:cNvSpPr/>
          <p:nvPr/>
        </p:nvSpPr>
        <p:spPr>
          <a:xfrm>
            <a:off x="9374187" y="3730624"/>
            <a:ext cx="214312" cy="214312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3" name="cd_g_k_0" descr="Editable line; source id cd_g_k_0"/>
          <p:cNvCxnSpPr/>
          <p:nvPr/>
        </p:nvCxnSpPr>
        <p:spPr>
          <a:xfrm>
            <a:off x="9421812" y="3841749"/>
            <a:ext cx="39687" cy="39688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d_g_k_1" descr="Editable line; source id cd_g_k_1"/>
          <p:cNvCxnSpPr/>
          <p:nvPr/>
        </p:nvCxnSpPr>
        <p:spPr>
          <a:xfrm flipV="1">
            <a:off x="9461499" y="3786187"/>
            <a:ext cx="79375" cy="95250"/>
          </a:xfrm>
          <a:prstGeom prst="line">
            <a:avLst/>
          </a:prstGeom>
          <a:ln w="23681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cd_t" descr="Editable text; source id cd_t"/>
          <p:cNvSpPr txBox="1"/>
          <p:nvPr/>
        </p:nvSpPr>
        <p:spPr>
          <a:xfrm>
            <a:off x="9667874" y="3706812"/>
            <a:ext cx="1222374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374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check-done</a:t>
            </a:r>
          </a:p>
        </p:txBody>
      </p:sp>
      <p:sp>
        <p:nvSpPr>
          <p:cNvPr id="196" name="cd_v_t0" descr="Editable shape; source id cd_v_t0"/>
          <p:cNvSpPr/>
          <p:nvPr/>
        </p:nvSpPr>
        <p:spPr>
          <a:xfrm>
            <a:off x="9397999" y="4063999"/>
            <a:ext cx="222249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cd_v_t0_t" descr="Editable text; source id cd_v_t0_t"/>
          <p:cNvSpPr txBox="1"/>
          <p:nvPr/>
        </p:nvSpPr>
        <p:spPr>
          <a:xfrm>
            <a:off x="9453562" y="4095749"/>
            <a:ext cx="21113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九个闸门全部落账</a:t>
            </a:r>
          </a:p>
        </p:txBody>
      </p:sp>
      <p:sp>
        <p:nvSpPr>
          <p:cNvPr id="198" name="cd_v_t1" descr="Editable shape; source id cd_v_t1"/>
          <p:cNvSpPr/>
          <p:nvPr/>
        </p:nvSpPr>
        <p:spPr>
          <a:xfrm>
            <a:off x="9397999" y="4444999"/>
            <a:ext cx="222249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cd_v_t1_t" descr="Editable text; source id cd_v_t1_t"/>
          <p:cNvSpPr txBox="1"/>
          <p:nvPr/>
        </p:nvSpPr>
        <p:spPr>
          <a:xfrm>
            <a:off x="9453562" y="4476749"/>
            <a:ext cx="21113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无未关闭的</a:t>
            </a:r>
            <a:r>
              <a:rPr sz="1091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blocker/major</a:t>
            </a:r>
          </a:p>
        </p:txBody>
      </p:sp>
      <p:sp>
        <p:nvSpPr>
          <p:cNvPr id="200" name="cd_v_a1" descr="Editable line; source id cd_v_a1"/>
          <p:cNvSpPr/>
          <p:nvPr/>
        </p:nvSpPr>
        <p:spPr>
          <a:xfrm>
            <a:off x="10493375" y="4357687"/>
            <a:ext cx="31750" cy="63500"/>
          </a:xfrm>
          <a:custGeom>
            <a:avLst/>
            <a:gdLst/>
            <a:ahLst/>
            <a:cxnLst/>
            <a:rect l="l" t="t" r="r" b="b"/>
            <a:pathLst>
              <a:path w="4000" h="8000">
                <a:moveTo>
                  <a:pt x="3100" y="0"/>
                </a:moveTo>
                <a:lnTo>
                  <a:pt x="3100" y="3600"/>
                </a:lnTo>
                <a:lnTo>
                  <a:pt x="4000" y="3600"/>
                </a:lnTo>
                <a:lnTo>
                  <a:pt x="2000" y="8000"/>
                </a:lnTo>
                <a:lnTo>
                  <a:pt x="0" y="3600"/>
                </a:lnTo>
                <a:lnTo>
                  <a:pt x="900" y="3600"/>
                </a:lnTo>
                <a:lnTo>
                  <a:pt x="90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cd_v_t2" descr="Editable shape; source id cd_v_t2"/>
          <p:cNvSpPr/>
          <p:nvPr/>
        </p:nvSpPr>
        <p:spPr>
          <a:xfrm>
            <a:off x="9397999" y="4825999"/>
            <a:ext cx="222249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cd_v_t2_t" descr="Editable text; source id cd_v_t2_t"/>
          <p:cNvSpPr txBox="1"/>
          <p:nvPr/>
        </p:nvSpPr>
        <p:spPr>
          <a:xfrm>
            <a:off x="9453562" y="4857749"/>
            <a:ext cx="21113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回执指向真实审稿记录</a:t>
            </a:r>
          </a:p>
        </p:txBody>
      </p:sp>
      <p:sp>
        <p:nvSpPr>
          <p:cNvPr id="203" name="cd_v_a2" descr="Editable line; source id cd_v_a2"/>
          <p:cNvSpPr/>
          <p:nvPr/>
        </p:nvSpPr>
        <p:spPr>
          <a:xfrm>
            <a:off x="10493375" y="4738687"/>
            <a:ext cx="31750" cy="63500"/>
          </a:xfrm>
          <a:custGeom>
            <a:avLst/>
            <a:gdLst/>
            <a:ahLst/>
            <a:cxnLst/>
            <a:rect l="l" t="t" r="r" b="b"/>
            <a:pathLst>
              <a:path w="4000" h="8000">
                <a:moveTo>
                  <a:pt x="3100" y="0"/>
                </a:moveTo>
                <a:lnTo>
                  <a:pt x="3100" y="3600"/>
                </a:lnTo>
                <a:lnTo>
                  <a:pt x="4000" y="3600"/>
                </a:lnTo>
                <a:lnTo>
                  <a:pt x="2000" y="8000"/>
                </a:lnTo>
                <a:lnTo>
                  <a:pt x="0" y="3600"/>
                </a:lnTo>
                <a:lnTo>
                  <a:pt x="900" y="3600"/>
                </a:lnTo>
                <a:lnTo>
                  <a:pt x="90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cd_v_t3" descr="Editable shape; source id cd_v_t3"/>
          <p:cNvSpPr/>
          <p:nvPr/>
        </p:nvSpPr>
        <p:spPr>
          <a:xfrm>
            <a:off x="9397999" y="5206999"/>
            <a:ext cx="2222499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cd_v_t3_t" descr="Editable text; source id cd_v_t3_t"/>
          <p:cNvSpPr txBox="1"/>
          <p:nvPr/>
        </p:nvSpPr>
        <p:spPr>
          <a:xfrm>
            <a:off x="9453562" y="5238749"/>
            <a:ext cx="2111374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指纹未变</a:t>
            </a:r>
          </a:p>
        </p:txBody>
      </p:sp>
      <p:sp>
        <p:nvSpPr>
          <p:cNvPr id="206" name="cd_v_a3" descr="Editable line; source id cd_v_a3"/>
          <p:cNvSpPr/>
          <p:nvPr/>
        </p:nvSpPr>
        <p:spPr>
          <a:xfrm>
            <a:off x="10493375" y="5119687"/>
            <a:ext cx="31750" cy="63500"/>
          </a:xfrm>
          <a:custGeom>
            <a:avLst/>
            <a:gdLst/>
            <a:ahLst/>
            <a:cxnLst/>
            <a:rect l="l" t="t" r="r" b="b"/>
            <a:pathLst>
              <a:path w="4000" h="8000">
                <a:moveTo>
                  <a:pt x="3100" y="0"/>
                </a:moveTo>
                <a:lnTo>
                  <a:pt x="3100" y="3600"/>
                </a:lnTo>
                <a:lnTo>
                  <a:pt x="4000" y="3600"/>
                </a:lnTo>
                <a:lnTo>
                  <a:pt x="2000" y="8000"/>
                </a:lnTo>
                <a:lnTo>
                  <a:pt x="0" y="3600"/>
                </a:lnTo>
                <a:lnTo>
                  <a:pt x="900" y="3600"/>
                </a:lnTo>
                <a:lnTo>
                  <a:pt x="90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cd_o" descr="Editable shape; source id cd_o"/>
          <p:cNvSpPr/>
          <p:nvPr/>
        </p:nvSpPr>
        <p:spPr>
          <a:xfrm>
            <a:off x="9794874" y="5619749"/>
            <a:ext cx="1420812" cy="269874"/>
          </a:xfrm>
          <a:prstGeom prst="roundRect">
            <a:avLst>
              <a:gd name="adj" fmla="val 17647"/>
            </a:avLst>
          </a:prstGeom>
          <a:solidFill>
            <a:srgbClr val="E6F2F3"/>
          </a:solidFill>
          <a:ln w="12699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cd_o_t" descr="Editable text; source id cd_o_t"/>
          <p:cNvSpPr txBox="1"/>
          <p:nvPr/>
        </p:nvSpPr>
        <p:spPr>
          <a:xfrm>
            <a:off x="9858374" y="5651499"/>
            <a:ext cx="1309687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退出码</a:t>
            </a:r>
            <a:r>
              <a:rPr sz="1091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 0 → </a:t>
            </a:r>
            <a:r>
              <a:rPr sz="1091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</p:txBody>
      </p:sp>
      <p:sp>
        <p:nvSpPr>
          <p:cNvPr id="209" name="cd_oa" descr="Editable line; source id cd_oa"/>
          <p:cNvSpPr/>
          <p:nvPr/>
        </p:nvSpPr>
        <p:spPr>
          <a:xfrm>
            <a:off x="10477500" y="5500687"/>
            <a:ext cx="63500" cy="95250"/>
          </a:xfrm>
          <a:custGeom>
            <a:avLst/>
            <a:gdLst/>
            <a:ahLst/>
            <a:cxnLst/>
            <a:rect l="l" t="t" r="r" b="b"/>
            <a:pathLst>
              <a:path w="8000" h="12000">
                <a:moveTo>
                  <a:pt x="5100" y="0"/>
                </a:moveTo>
                <a:lnTo>
                  <a:pt x="5100" y="3000"/>
                </a:lnTo>
                <a:lnTo>
                  <a:pt x="8000" y="3000"/>
                </a:lnTo>
                <a:lnTo>
                  <a:pt x="4000" y="12000"/>
                </a:lnTo>
                <a:lnTo>
                  <a:pt x="0" y="3000"/>
                </a:lnTo>
                <a:lnTo>
                  <a:pt x="2900" y="3000"/>
                </a:lnTo>
                <a:lnTo>
                  <a:pt x="290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0" name="r_d_0" descr="Editable line; source id r_d_0"/>
          <p:cNvCxnSpPr/>
          <p:nvPr/>
        </p:nvCxnSpPr>
        <p:spPr>
          <a:xfrm>
            <a:off x="8929687" y="3413124"/>
            <a:ext cx="39687" cy="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r_d_1" descr="Editable line; source id r_d_1"/>
          <p:cNvCxnSpPr/>
          <p:nvPr/>
        </p:nvCxnSpPr>
        <p:spPr>
          <a:xfrm>
            <a:off x="8969374" y="3413124"/>
            <a:ext cx="0" cy="698500"/>
          </a:xfrm>
          <a:prstGeom prst="line">
            <a:avLst/>
          </a:prstGeom>
          <a:ln w="19843">
            <a:solidFill>
              <a:srgbClr val="3C475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r_d_2" descr="Editable line; source id r_d_2"/>
          <p:cNvSpPr/>
          <p:nvPr/>
        </p:nvSpPr>
        <p:spPr>
          <a:xfrm>
            <a:off x="8969375" y="4064000"/>
            <a:ext cx="198437" cy="95250"/>
          </a:xfrm>
          <a:custGeom>
            <a:avLst/>
            <a:gdLst/>
            <a:ahLst/>
            <a:cxnLst/>
            <a:rect l="l" t="t" r="r" b="b"/>
            <a:pathLst>
              <a:path w="25000" h="12000">
                <a:moveTo>
                  <a:pt x="0" y="4750"/>
                </a:moveTo>
                <a:lnTo>
                  <a:pt x="10000" y="4750"/>
                </a:lnTo>
                <a:lnTo>
                  <a:pt x="10000" y="0"/>
                </a:lnTo>
                <a:lnTo>
                  <a:pt x="25000" y="6000"/>
                </a:lnTo>
                <a:lnTo>
                  <a:pt x="10000" y="12000"/>
                </a:lnTo>
                <a:lnTo>
                  <a:pt x="10000" y="7250"/>
                </a:lnTo>
                <a:lnTo>
                  <a:pt x="0" y="725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b" descr="Editable shape; source id tb"/>
          <p:cNvSpPr/>
          <p:nvPr/>
        </p:nvSpPr>
        <p:spPr>
          <a:xfrm>
            <a:off x="301624" y="6191249"/>
            <a:ext cx="11588749" cy="476249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081">
            <a:solidFill>
              <a:srgbClr val="9AA3AB"/>
            </a:solidFill>
            <a:custDash>
              <a:ds d="631579" sp="421053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b_g_o" descr="Editable shape; source id tb_g_o"/>
          <p:cNvSpPr/>
          <p:nvPr/>
        </p:nvSpPr>
        <p:spPr>
          <a:xfrm>
            <a:off x="444499" y="6310312"/>
            <a:ext cx="150812" cy="150812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b_g_i" descr="Editable shape; source id tb_g_i"/>
          <p:cNvSpPr/>
          <p:nvPr/>
        </p:nvSpPr>
        <p:spPr>
          <a:xfrm>
            <a:off x="500062" y="6365874"/>
            <a:ext cx="47624" cy="47624"/>
          </a:xfrm>
          <a:prstGeom prst="ellipse">
            <a:avLst/>
          </a:prstGeom>
          <a:noFill/>
          <a:ln w="18216">
            <a:solidFill>
              <a:srgbClr val="111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6" name="tb_g_t506" descr="Editable line; source id tb_g_t506"/>
          <p:cNvCxnSpPr/>
          <p:nvPr/>
        </p:nvCxnSpPr>
        <p:spPr>
          <a:xfrm>
            <a:off x="523874" y="6278562"/>
            <a:ext cx="0" cy="39687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tb_g_t5078" descr="Editable line; source id tb_g_t5078"/>
          <p:cNvCxnSpPr/>
          <p:nvPr/>
        </p:nvCxnSpPr>
        <p:spPr>
          <a:xfrm>
            <a:off x="523874" y="6461124"/>
            <a:ext cx="0" cy="39688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tb_g_t650" descr="Editable line; source id tb_g_t650"/>
          <p:cNvCxnSpPr/>
          <p:nvPr/>
        </p:nvCxnSpPr>
        <p:spPr>
          <a:xfrm>
            <a:off x="412749" y="6389687"/>
            <a:ext cx="39688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tb_g_t7850" descr="Editable line; source id tb_g_t7850"/>
          <p:cNvCxnSpPr/>
          <p:nvPr/>
        </p:nvCxnSpPr>
        <p:spPr>
          <a:xfrm>
            <a:off x="595312" y="6389687"/>
            <a:ext cx="39687" cy="0"/>
          </a:xfrm>
          <a:prstGeom prst="line">
            <a:avLst/>
          </a:prstGeom>
          <a:ln w="18216">
            <a:solidFill>
              <a:srgbClr val="111A2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tb_t" descr="Editable text; source id tb_t"/>
          <p:cNvSpPr txBox="1"/>
          <p:nvPr/>
        </p:nvSpPr>
        <p:spPr>
          <a:xfrm>
            <a:off x="714374" y="6262687"/>
            <a:ext cx="817562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015"/>
              </a:lnSpc>
              <a:spcBef>
                <a:spcPts val="0"/>
              </a:spcBef>
              <a:spcAft>
                <a:spcPts val="0"/>
              </a:spcAft>
              <a:defRPr sz="1374" b="1" i="0" lang="zh-CN" dirty="0">
                <a:solidFill>
                  <a:srgbClr val="5B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74" b="1" i="0" lang="zh-CN" dirty="0">
                <a:solidFill>
                  <a:srgbClr val="5B6570"/>
                </a:solidFill>
                <a:latin typeface="Noto Sans CJK SC"/>
                <a:ea typeface="Noto Sans CJK SC"/>
                <a:cs typeface="Noto Sans CJK SC"/>
              </a:rPr>
              <a:t>终止旁路</a:t>
            </a:r>
          </a:p>
        </p:txBody>
      </p:sp>
      <p:sp>
        <p:nvSpPr>
          <p:cNvPr id="221" name="tb_t0" descr="Editable shape; source id tb_t0"/>
          <p:cNvSpPr/>
          <p:nvPr/>
        </p:nvSpPr>
        <p:spPr>
          <a:xfrm>
            <a:off x="1690687" y="6294437"/>
            <a:ext cx="2071687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b_t0_t" descr="Editable text; source id tb_t0_t"/>
          <p:cNvSpPr txBox="1"/>
          <p:nvPr/>
        </p:nvSpPr>
        <p:spPr>
          <a:xfrm>
            <a:off x="1746249" y="6326187"/>
            <a:ext cx="1960562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轮次上限</a:t>
            </a:r>
            <a:r>
              <a:rPr sz="1091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→ </a:t>
            </a: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带遗留清单交付</a:t>
            </a:r>
          </a:p>
        </p:txBody>
      </p:sp>
      <p:sp>
        <p:nvSpPr>
          <p:cNvPr id="223" name="tb_t1" descr="Editable shape; source id tb_t1"/>
          <p:cNvSpPr/>
          <p:nvPr/>
        </p:nvSpPr>
        <p:spPr>
          <a:xfrm>
            <a:off x="3889374" y="6294437"/>
            <a:ext cx="2373312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b_t1_t" descr="Editable text; source id tb_t1_t"/>
          <p:cNvSpPr txBox="1"/>
          <p:nvPr/>
        </p:nvSpPr>
        <p:spPr>
          <a:xfrm>
            <a:off x="3944937" y="6326187"/>
            <a:ext cx="2262187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同一问题三轮未收敛</a:t>
            </a:r>
            <a:r>
              <a:rPr sz="1091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→ </a:t>
            </a: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升级人类</a:t>
            </a:r>
          </a:p>
        </p:txBody>
      </p:sp>
      <p:sp>
        <p:nvSpPr>
          <p:cNvPr id="225" name="tb_t2" descr="Editable shape; source id tb_t2"/>
          <p:cNvSpPr/>
          <p:nvPr/>
        </p:nvSpPr>
        <p:spPr>
          <a:xfrm>
            <a:off x="6389687" y="6294437"/>
            <a:ext cx="2674937" cy="269874"/>
          </a:xfrm>
          <a:prstGeom prst="roundRect">
            <a:avLst>
              <a:gd name="adj" fmla="val 17647"/>
            </a:avLst>
          </a:prstGeom>
          <a:solidFill>
            <a:srgbClr val="F4F7FA"/>
          </a:solidFill>
          <a:ln w="12699">
            <a:solidFill>
              <a:srgbClr val="AEB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b_t2_t" descr="Editable text; source id tb_t2_t"/>
          <p:cNvSpPr txBox="1"/>
          <p:nvPr/>
        </p:nvSpPr>
        <p:spPr>
          <a:xfrm>
            <a:off x="6445249" y="6326187"/>
            <a:ext cx="2563812" cy="206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93"/>
              </a:lnSpc>
              <a:spcBef>
                <a:spcPts val="0"/>
              </a:spcBef>
              <a:spcAft>
                <a:spcPts val="0"/>
              </a:spcAft>
              <a:def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连续两次无新增日志</a:t>
            </a:r>
            <a:r>
              <a:rPr sz="1091" b="0" i="0" lang="zh-CN" dirty="0">
                <a:solidFill>
                  <a:srgbClr val="27303A"/>
                </a:solidFill>
                <a:latin typeface="DejaVu Sans"/>
                <a:ea typeface="DejaVu Sans"/>
                <a:cs typeface="DejaVu Sans"/>
              </a:rPr>
              <a:t> → </a:t>
            </a:r>
            <a:r>
              <a:rPr sz="1091" b="0" i="0" lang="zh-CN" dirty="0">
                <a:solidFill>
                  <a:srgbClr val="27303A"/>
                </a:solidFill>
                <a:latin typeface="Noto Sans CJK SC"/>
                <a:ea typeface="Noto Sans CJK SC"/>
                <a:cs typeface="Noto Sans CJK SC"/>
              </a:rPr>
              <a:t>空转，换策略</a:t>
            </a:r>
          </a:p>
        </p:txBody>
      </p:sp>
      <p:sp>
        <p:nvSpPr>
          <p:cNvPr id="227" name="to_tb_0" descr="Editable line; source id to_tb_0"/>
          <p:cNvSpPr/>
          <p:nvPr/>
        </p:nvSpPr>
        <p:spPr>
          <a:xfrm>
            <a:off x="8366125" y="5889625"/>
            <a:ext cx="95250" cy="261937"/>
          </a:xfrm>
          <a:custGeom>
            <a:avLst/>
            <a:gdLst/>
            <a:ahLst/>
            <a:cxnLst/>
            <a:rect l="l" t="t" r="r" b="b"/>
            <a:pathLst>
              <a:path w="12000" h="33000">
                <a:moveTo>
                  <a:pt x="7250" y="0"/>
                </a:moveTo>
                <a:lnTo>
                  <a:pt x="7250" y="18000"/>
                </a:lnTo>
                <a:lnTo>
                  <a:pt x="12000" y="18000"/>
                </a:lnTo>
                <a:lnTo>
                  <a:pt x="6000" y="33000"/>
                </a:lnTo>
                <a:lnTo>
                  <a:pt x="0" y="18000"/>
                </a:lnTo>
                <a:lnTo>
                  <a:pt x="4750" y="18000"/>
                </a:lnTo>
                <a:lnTo>
                  <a:pt x="4750" y="0"/>
                </a:lnTo>
                <a:close/>
              </a:path>
            </a:pathLst>
          </a:custGeom>
          <a:solidFill>
            <a:srgbClr val="3C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