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合成与相控制分类框架（super_teaser 第四轮 R05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E" descr="Editable shape; source id zE"/>
          <p:cNvSpPr/>
          <p:nvPr/>
        </p:nvSpPr>
        <p:spPr>
          <a:xfrm>
            <a:off x="3190874" y="222249"/>
            <a:ext cx="4683124" cy="7683499"/>
          </a:xfrm>
          <a:prstGeom prst="roundRect">
            <a:avLst>
              <a:gd name="adj" fmla="val 2372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E_l" descr="Editable text; source id zE_l"/>
          <p:cNvSpPr txBox="1"/>
          <p:nvPr/>
        </p:nvSpPr>
        <p:spPr>
          <a:xfrm>
            <a:off x="3333749" y="301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L" descr="Editable shape; source id zL"/>
          <p:cNvSpPr/>
          <p:nvPr/>
        </p:nvSpPr>
        <p:spPr>
          <a:xfrm>
            <a:off x="8127999" y="222249"/>
            <a:ext cx="3857624" cy="7683499"/>
          </a:xfrm>
          <a:prstGeom prst="roundRect">
            <a:avLst>
              <a:gd name="adj" fmla="val 2880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L_l" descr="Editable text; source id zL_l"/>
          <p:cNvSpPr txBox="1"/>
          <p:nvPr/>
        </p:nvSpPr>
        <p:spPr>
          <a:xfrm>
            <a:off x="8270874" y="301624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hub" descr="Editable shape; source id hub"/>
          <p:cNvSpPr/>
          <p:nvPr/>
        </p:nvSpPr>
        <p:spPr>
          <a:xfrm>
            <a:off x="238124" y="2666999"/>
            <a:ext cx="2127249" cy="2730499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ub_a" descr="Editable shape; source id hub_a"/>
          <p:cNvSpPr/>
          <p:nvPr/>
        </p:nvSpPr>
        <p:spPr>
          <a:xfrm>
            <a:off x="238124" y="2666999"/>
            <a:ext cx="2127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ub_t" descr="Editable text; source id hub_t"/>
          <p:cNvSpPr txBox="1"/>
          <p:nvPr/>
        </p:nvSpPr>
        <p:spPr>
          <a:xfrm>
            <a:off x="396874" y="4190999"/>
            <a:ext cx="1809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80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</p:txBody>
      </p:sp>
      <p:cxnSp>
        <p:nvCxnSpPr>
          <p:cNvPr id="9" name="hub_g_h0" descr="Editable line; source id hub_g_h0"/>
          <p:cNvCxnSpPr/>
          <p:nvPr/>
        </p:nvCxnSpPr>
        <p:spPr>
          <a:xfrm>
            <a:off x="1039812" y="3198812"/>
            <a:ext cx="492125" cy="0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ub_g_v0" descr="Editable line; source id hub_g_v0"/>
          <p:cNvCxnSpPr/>
          <p:nvPr/>
        </p:nvCxnSpPr>
        <p:spPr>
          <a:xfrm>
            <a:off x="1039812" y="3198812"/>
            <a:ext cx="0" cy="492125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ub_g_h1" descr="Editable line; source id hub_g_h1"/>
          <p:cNvCxnSpPr/>
          <p:nvPr/>
        </p:nvCxnSpPr>
        <p:spPr>
          <a:xfrm>
            <a:off x="1039812" y="3444874"/>
            <a:ext cx="492125" cy="0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ub_g_v1" descr="Editable line; source id hub_g_v1"/>
          <p:cNvCxnSpPr/>
          <p:nvPr/>
        </p:nvCxnSpPr>
        <p:spPr>
          <a:xfrm>
            <a:off x="1285874" y="3198812"/>
            <a:ext cx="0" cy="492125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hub_g_h2" descr="Editable line; source id hub_g_h2"/>
          <p:cNvCxnSpPr/>
          <p:nvPr/>
        </p:nvCxnSpPr>
        <p:spPr>
          <a:xfrm>
            <a:off x="1039812" y="3690937"/>
            <a:ext cx="492125" cy="0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hub_g_v2" descr="Editable line; source id hub_g_v2"/>
          <p:cNvCxnSpPr/>
          <p:nvPr/>
        </p:nvCxnSpPr>
        <p:spPr>
          <a:xfrm>
            <a:off x="1531937" y="3198812"/>
            <a:ext cx="0" cy="492125"/>
          </a:xfrm>
          <a:prstGeom prst="line">
            <a:avLst/>
          </a:prstGeom>
          <a:ln w="15239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ub_g_d00" descr="Editable shape; source id hub_g_d00"/>
          <p:cNvSpPr/>
          <p:nvPr/>
        </p:nvSpPr>
        <p:spPr>
          <a:xfrm>
            <a:off x="992187" y="3151187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ub_g_d01" descr="Editable shape; source id hub_g_d01"/>
          <p:cNvSpPr/>
          <p:nvPr/>
        </p:nvSpPr>
        <p:spPr>
          <a:xfrm>
            <a:off x="992187" y="3389312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ub_g_d02" descr="Editable shape; source id hub_g_d02"/>
          <p:cNvSpPr/>
          <p:nvPr/>
        </p:nvSpPr>
        <p:spPr>
          <a:xfrm>
            <a:off x="992187" y="3635374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b_g_d10" descr="Editable shape; source id hub_g_d10"/>
          <p:cNvSpPr/>
          <p:nvPr/>
        </p:nvSpPr>
        <p:spPr>
          <a:xfrm>
            <a:off x="1230312" y="3151187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ub_g_d11" descr="Editable shape; source id hub_g_d11"/>
          <p:cNvSpPr/>
          <p:nvPr/>
        </p:nvSpPr>
        <p:spPr>
          <a:xfrm>
            <a:off x="1230312" y="3389312"/>
            <a:ext cx="103187" cy="103187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ub_g_d12" descr="Editable shape; source id hub_g_d12"/>
          <p:cNvSpPr/>
          <p:nvPr/>
        </p:nvSpPr>
        <p:spPr>
          <a:xfrm>
            <a:off x="1230312" y="3635374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b_g_d20" descr="Editable shape; source id hub_g_d20"/>
          <p:cNvSpPr/>
          <p:nvPr/>
        </p:nvSpPr>
        <p:spPr>
          <a:xfrm>
            <a:off x="1476374" y="3151187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b_g_d21" descr="Editable shape; source id hub_g_d21"/>
          <p:cNvSpPr/>
          <p:nvPr/>
        </p:nvSpPr>
        <p:spPr>
          <a:xfrm>
            <a:off x="1476374" y="3389312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ub_g_d22" descr="Editable shape; source id hub_g_d22"/>
          <p:cNvSpPr/>
          <p:nvPr/>
        </p:nvSpPr>
        <p:spPr>
          <a:xfrm>
            <a:off x="1476374" y="3635374"/>
            <a:ext cx="103187" cy="103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ub_s" descr="Editable text; source id hub_s"/>
          <p:cNvSpPr txBox="1"/>
          <p:nvPr/>
        </p:nvSpPr>
        <p:spPr>
          <a:xfrm>
            <a:off x="380999" y="4587874"/>
            <a:ext cx="18414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0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sp>
        <p:nvSpPr>
          <p:cNvPr id="25" name="e1" descr="Editable shape; source id e1"/>
          <p:cNvSpPr/>
          <p:nvPr/>
        </p:nvSpPr>
        <p:spPr>
          <a:xfrm>
            <a:off x="3397249" y="730249"/>
            <a:ext cx="4270374" cy="1206499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1_a" descr="Editable shape; source id e1_a"/>
          <p:cNvSpPr/>
          <p:nvPr/>
        </p:nvSpPr>
        <p:spPr>
          <a:xfrm>
            <a:off x="3397249" y="730249"/>
            <a:ext cx="4270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e1_g_o_0" descr="Editable line; source id e1_g_o_0"/>
          <p:cNvCxnSpPr/>
          <p:nvPr/>
        </p:nvCxnSpPr>
        <p:spPr>
          <a:xfrm>
            <a:off x="3675062" y="952499"/>
            <a:ext cx="111125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1_g_o_1" descr="Editable line; source id e1_g_o_1"/>
          <p:cNvCxnSpPr/>
          <p:nvPr/>
        </p:nvCxnSpPr>
        <p:spPr>
          <a:xfrm flipH="1">
            <a:off x="3730624" y="1023937"/>
            <a:ext cx="55563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1_g_o_2" descr="Editable line; source id e1_g_o_2"/>
          <p:cNvCxnSpPr/>
          <p:nvPr/>
        </p:nvCxnSpPr>
        <p:spPr>
          <a:xfrm flipH="1">
            <a:off x="3619499" y="1166812"/>
            <a:ext cx="111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1_g_o_3" descr="Editable line; source id e1_g_o_3"/>
          <p:cNvCxnSpPr/>
          <p:nvPr/>
        </p:nvCxnSpPr>
        <p:spPr>
          <a:xfrm flipH="1" flipV="1">
            <a:off x="3563937" y="1023937"/>
            <a:ext cx="55562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1_g_o_4" descr="Editable line; source id e1_g_o_4"/>
          <p:cNvCxnSpPr/>
          <p:nvPr/>
        </p:nvCxnSpPr>
        <p:spPr>
          <a:xfrm flipV="1">
            <a:off x="3563937" y="952499"/>
            <a:ext cx="111125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1_g_a" descr="Editable line; source id e1_g_a"/>
          <p:cNvCxnSpPr/>
          <p:nvPr/>
        </p:nvCxnSpPr>
        <p:spPr>
          <a:xfrm>
            <a:off x="3675062" y="952499"/>
            <a:ext cx="0" cy="214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1_g_b" descr="Editable line; source id e1_g_b"/>
          <p:cNvCxnSpPr/>
          <p:nvPr/>
        </p:nvCxnSpPr>
        <p:spPr>
          <a:xfrm>
            <a:off x="3563937" y="102393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1_t" descr="Editable text; source id e1_t"/>
          <p:cNvSpPr txBox="1"/>
          <p:nvPr/>
        </p:nvSpPr>
        <p:spPr>
          <a:xfrm>
            <a:off x="3889374" y="920749"/>
            <a:ext cx="363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35" name="e1_s" descr="Editable shape; source id e1_s"/>
          <p:cNvSpPr/>
          <p:nvPr/>
        </p:nvSpPr>
        <p:spPr>
          <a:xfrm>
            <a:off x="3540124" y="1349374"/>
            <a:ext cx="3984624" cy="444499"/>
          </a:xfrm>
          <a:prstGeom prst="roundRect">
            <a:avLst>
              <a:gd name="adj" fmla="val 1071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1_s_t" descr="Editable text; source id e1_s_t"/>
          <p:cNvSpPr txBox="1"/>
          <p:nvPr/>
        </p:nvSpPr>
        <p:spPr>
          <a:xfrm>
            <a:off x="3595687" y="1381124"/>
            <a:ext cx="38734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sp>
        <p:nvSpPr>
          <p:cNvPr id="37" name="e2" descr="Editable shape; source id e2"/>
          <p:cNvSpPr/>
          <p:nvPr/>
        </p:nvSpPr>
        <p:spPr>
          <a:xfrm>
            <a:off x="3397249" y="2635249"/>
            <a:ext cx="4270374" cy="1206499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2_a" descr="Editable shape; source id e2_a"/>
          <p:cNvSpPr/>
          <p:nvPr/>
        </p:nvSpPr>
        <p:spPr>
          <a:xfrm>
            <a:off x="3397249" y="2635249"/>
            <a:ext cx="4270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e2_g_b_0" descr="Editable line; source id e2_g_b_0"/>
          <p:cNvCxnSpPr/>
          <p:nvPr/>
        </p:nvCxnSpPr>
        <p:spPr>
          <a:xfrm>
            <a:off x="3595687" y="2913062"/>
            <a:ext cx="31750" cy="150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2_g_b_1" descr="Editable line; source id e2_g_b_1"/>
          <p:cNvCxnSpPr/>
          <p:nvPr/>
        </p:nvCxnSpPr>
        <p:spPr>
          <a:xfrm>
            <a:off x="3627437" y="3063874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2_g_b_2" descr="Editable line; source id e2_g_b_2"/>
          <p:cNvCxnSpPr/>
          <p:nvPr/>
        </p:nvCxnSpPr>
        <p:spPr>
          <a:xfrm flipV="1">
            <a:off x="3722687" y="2913062"/>
            <a:ext cx="31750" cy="1508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2_g_r" descr="Editable line; source id e2_g_r"/>
          <p:cNvCxnSpPr/>
          <p:nvPr/>
        </p:nvCxnSpPr>
        <p:spPr>
          <a:xfrm>
            <a:off x="3579812" y="2913062"/>
            <a:ext cx="190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2_t" descr="Editable text; source id e2_t"/>
          <p:cNvSpPr txBox="1"/>
          <p:nvPr/>
        </p:nvSpPr>
        <p:spPr>
          <a:xfrm>
            <a:off x="3889374" y="2825749"/>
            <a:ext cx="363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44" name="e2_s" descr="Editable shape; source id e2_s"/>
          <p:cNvSpPr/>
          <p:nvPr/>
        </p:nvSpPr>
        <p:spPr>
          <a:xfrm>
            <a:off x="3540124" y="3254374"/>
            <a:ext cx="3984624" cy="444499"/>
          </a:xfrm>
          <a:prstGeom prst="roundRect">
            <a:avLst>
              <a:gd name="adj" fmla="val 1071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2_s_t" descr="Editable text; source id e2_s_t"/>
          <p:cNvSpPr txBox="1"/>
          <p:nvPr/>
        </p:nvSpPr>
        <p:spPr>
          <a:xfrm>
            <a:off x="3595687" y="3286124"/>
            <a:ext cx="38734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sp>
        <p:nvSpPr>
          <p:cNvPr id="46" name="e3" descr="Editable shape; source id e3"/>
          <p:cNvSpPr/>
          <p:nvPr/>
        </p:nvSpPr>
        <p:spPr>
          <a:xfrm>
            <a:off x="3397249" y="4540249"/>
            <a:ext cx="4270374" cy="1206499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3_a" descr="Editable shape; source id e3_a"/>
          <p:cNvSpPr/>
          <p:nvPr/>
        </p:nvSpPr>
        <p:spPr>
          <a:xfrm>
            <a:off x="3397249" y="4540249"/>
            <a:ext cx="4270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3_g_t" descr="Editable shape; source id e3_g_t"/>
          <p:cNvSpPr/>
          <p:nvPr/>
        </p:nvSpPr>
        <p:spPr>
          <a:xfrm>
            <a:off x="3651249" y="4762499"/>
            <a:ext cx="55562" cy="158749"/>
          </a:xfrm>
          <a:prstGeom prst="roundRect">
            <a:avLst>
              <a:gd name="adj" fmla="val 48571"/>
            </a:avLst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3_g_b" descr="Editable shape; source id e3_g_b"/>
          <p:cNvSpPr/>
          <p:nvPr/>
        </p:nvSpPr>
        <p:spPr>
          <a:xfrm>
            <a:off x="3635374" y="4913312"/>
            <a:ext cx="87312" cy="8731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e3_g_m0" descr="Editable line; source id e3_g_m0"/>
          <p:cNvCxnSpPr/>
          <p:nvPr/>
        </p:nvCxnSpPr>
        <p:spPr>
          <a:xfrm>
            <a:off x="3706812" y="480218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3_g_m1" descr="Editable line; source id e3_g_m1"/>
          <p:cNvCxnSpPr/>
          <p:nvPr/>
        </p:nvCxnSpPr>
        <p:spPr>
          <a:xfrm>
            <a:off x="3706812" y="483393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3_g_m2" descr="Editable line; source id e3_g_m2"/>
          <p:cNvCxnSpPr/>
          <p:nvPr/>
        </p:nvCxnSpPr>
        <p:spPr>
          <a:xfrm>
            <a:off x="3706812" y="4865687"/>
            <a:ext cx="317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3_t" descr="Editable text; source id e3_t"/>
          <p:cNvSpPr txBox="1"/>
          <p:nvPr/>
        </p:nvSpPr>
        <p:spPr>
          <a:xfrm>
            <a:off x="3889374" y="4730749"/>
            <a:ext cx="363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54" name="e3_s" descr="Editable shape; source id e3_s"/>
          <p:cNvSpPr/>
          <p:nvPr/>
        </p:nvSpPr>
        <p:spPr>
          <a:xfrm>
            <a:off x="3540124" y="5159374"/>
            <a:ext cx="3984624" cy="444499"/>
          </a:xfrm>
          <a:prstGeom prst="roundRect">
            <a:avLst>
              <a:gd name="adj" fmla="val 1071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3_s_t" descr="Editable text; source id e3_s_t"/>
          <p:cNvSpPr txBox="1"/>
          <p:nvPr/>
        </p:nvSpPr>
        <p:spPr>
          <a:xfrm>
            <a:off x="3595687" y="5191124"/>
            <a:ext cx="38734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sp>
        <p:nvSpPr>
          <p:cNvPr id="56" name="e4" descr="Editable shape; source id e4"/>
          <p:cNvSpPr/>
          <p:nvPr/>
        </p:nvSpPr>
        <p:spPr>
          <a:xfrm>
            <a:off x="3397249" y="6445249"/>
            <a:ext cx="4270374" cy="1206499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4_a" descr="Editable shape; source id e4_a"/>
          <p:cNvSpPr/>
          <p:nvPr/>
        </p:nvSpPr>
        <p:spPr>
          <a:xfrm>
            <a:off x="3397249" y="6445249"/>
            <a:ext cx="4270374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e4_g_d_0" descr="Editable line; source id e4_g_d_0"/>
          <p:cNvCxnSpPr/>
          <p:nvPr/>
        </p:nvCxnSpPr>
        <p:spPr>
          <a:xfrm>
            <a:off x="3675062" y="6667499"/>
            <a:ext cx="63500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4_g_d_1" descr="Editable line; source id e4_g_d_1"/>
          <p:cNvCxnSpPr/>
          <p:nvPr/>
        </p:nvCxnSpPr>
        <p:spPr>
          <a:xfrm flipH="1">
            <a:off x="3706812" y="6770687"/>
            <a:ext cx="31750" cy="5556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4_g_d_2" descr="Editable line; source id e4_g_d_2"/>
          <p:cNvCxnSpPr/>
          <p:nvPr/>
        </p:nvCxnSpPr>
        <p:spPr>
          <a:xfrm flipH="1">
            <a:off x="3643312" y="6826249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4_g_d_3" descr="Editable line; source id e4_g_d_3"/>
          <p:cNvCxnSpPr/>
          <p:nvPr/>
        </p:nvCxnSpPr>
        <p:spPr>
          <a:xfrm flipH="1" flipV="1">
            <a:off x="3611562" y="6770687"/>
            <a:ext cx="31750" cy="5556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4_g_d_4" descr="Editable line; source id e4_g_d_4"/>
          <p:cNvCxnSpPr/>
          <p:nvPr/>
        </p:nvCxnSpPr>
        <p:spPr>
          <a:xfrm flipV="1">
            <a:off x="3611562" y="6667499"/>
            <a:ext cx="63500" cy="103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4_g_n0" descr="Editable shape; source id e4_g_n0"/>
          <p:cNvSpPr/>
          <p:nvPr/>
        </p:nvSpPr>
        <p:spPr>
          <a:xfrm>
            <a:off x="3619499" y="6857999"/>
            <a:ext cx="31749" cy="3174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4_g_n1" descr="Editable shape; source id e4_g_n1"/>
          <p:cNvSpPr/>
          <p:nvPr/>
        </p:nvSpPr>
        <p:spPr>
          <a:xfrm>
            <a:off x="3667124" y="6865937"/>
            <a:ext cx="31749" cy="3174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4_g_n2" descr="Editable shape; source id e4_g_n2"/>
          <p:cNvSpPr/>
          <p:nvPr/>
        </p:nvSpPr>
        <p:spPr>
          <a:xfrm>
            <a:off x="3714749" y="6842124"/>
            <a:ext cx="31749" cy="3174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4_t" descr="Editable text; source id e4_t"/>
          <p:cNvSpPr txBox="1"/>
          <p:nvPr/>
        </p:nvSpPr>
        <p:spPr>
          <a:xfrm>
            <a:off x="3889374" y="6635749"/>
            <a:ext cx="36353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67" name="e4_s" descr="Editable shape; source id e4_s"/>
          <p:cNvSpPr/>
          <p:nvPr/>
        </p:nvSpPr>
        <p:spPr>
          <a:xfrm>
            <a:off x="3540124" y="7064374"/>
            <a:ext cx="3984624" cy="444499"/>
          </a:xfrm>
          <a:prstGeom prst="roundRect">
            <a:avLst>
              <a:gd name="adj" fmla="val 1071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4_s_t" descr="Editable text; source id e4_s_t"/>
          <p:cNvSpPr txBox="1"/>
          <p:nvPr/>
        </p:nvSpPr>
        <p:spPr>
          <a:xfrm>
            <a:off x="3595687" y="7096124"/>
            <a:ext cx="38734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sp>
        <p:nvSpPr>
          <p:cNvPr id="69" name="l1" descr="Editable shape; source id l1"/>
          <p:cNvSpPr/>
          <p:nvPr/>
        </p:nvSpPr>
        <p:spPr>
          <a:xfrm>
            <a:off x="8334374" y="730249"/>
            <a:ext cx="3444874" cy="1365249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1_a" descr="Editable shape; source id l1_a"/>
          <p:cNvSpPr/>
          <p:nvPr/>
        </p:nvSpPr>
        <p:spPr>
          <a:xfrm>
            <a:off x="8334374" y="730249"/>
            <a:ext cx="34448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l1_g_h0" descr="Editable line; source id l1_g_h0"/>
          <p:cNvCxnSpPr/>
          <p:nvPr/>
        </p:nvCxnSpPr>
        <p:spPr>
          <a:xfrm>
            <a:off x="8524874" y="968374"/>
            <a:ext cx="174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1_g_v0" descr="Editable line; source id l1_g_v0"/>
          <p:cNvCxnSpPr/>
          <p:nvPr/>
        </p:nvCxnSpPr>
        <p:spPr>
          <a:xfrm>
            <a:off x="8524874" y="968374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1_g_h1" descr="Editable line; source id l1_g_h1"/>
          <p:cNvCxnSpPr/>
          <p:nvPr/>
        </p:nvCxnSpPr>
        <p:spPr>
          <a:xfrm>
            <a:off x="8524874" y="1055687"/>
            <a:ext cx="174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1_g_v1" descr="Editable line; source id l1_g_v1"/>
          <p:cNvCxnSpPr/>
          <p:nvPr/>
        </p:nvCxnSpPr>
        <p:spPr>
          <a:xfrm>
            <a:off x="8612187" y="968374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1_g_h2" descr="Editable line; source id l1_g_h2"/>
          <p:cNvCxnSpPr/>
          <p:nvPr/>
        </p:nvCxnSpPr>
        <p:spPr>
          <a:xfrm>
            <a:off x="8524874" y="1142999"/>
            <a:ext cx="1746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1_g_v2" descr="Editable line; source id l1_g_v2"/>
          <p:cNvCxnSpPr/>
          <p:nvPr/>
        </p:nvCxnSpPr>
        <p:spPr>
          <a:xfrm>
            <a:off x="8699499" y="968374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l1_g_d00" descr="Editable shape; source id l1_g_d00"/>
          <p:cNvSpPr/>
          <p:nvPr/>
        </p:nvSpPr>
        <p:spPr>
          <a:xfrm>
            <a:off x="8508999" y="952499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g_d01" descr="Editable shape; source id l1_g_d01"/>
          <p:cNvSpPr/>
          <p:nvPr/>
        </p:nvSpPr>
        <p:spPr>
          <a:xfrm>
            <a:off x="8508999" y="1039812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1_g_d02" descr="Editable shape; source id l1_g_d02"/>
          <p:cNvSpPr/>
          <p:nvPr/>
        </p:nvSpPr>
        <p:spPr>
          <a:xfrm>
            <a:off x="8508999" y="1127124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1_g_d10" descr="Editable shape; source id l1_g_d10"/>
          <p:cNvSpPr/>
          <p:nvPr/>
        </p:nvSpPr>
        <p:spPr>
          <a:xfrm>
            <a:off x="8596312" y="952499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1_g_d11" descr="Editable shape; source id l1_g_d11"/>
          <p:cNvSpPr/>
          <p:nvPr/>
        </p:nvSpPr>
        <p:spPr>
          <a:xfrm>
            <a:off x="8596312" y="1039812"/>
            <a:ext cx="39687" cy="39687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l1_g_d12" descr="Editable shape; source id l1_g_d12"/>
          <p:cNvSpPr/>
          <p:nvPr/>
        </p:nvSpPr>
        <p:spPr>
          <a:xfrm>
            <a:off x="8596312" y="1127124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1_g_d20" descr="Editable shape; source id l1_g_d20"/>
          <p:cNvSpPr/>
          <p:nvPr/>
        </p:nvSpPr>
        <p:spPr>
          <a:xfrm>
            <a:off x="8683624" y="952499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l1_g_d21" descr="Editable shape; source id l1_g_d21"/>
          <p:cNvSpPr/>
          <p:nvPr/>
        </p:nvSpPr>
        <p:spPr>
          <a:xfrm>
            <a:off x="8683624" y="1039812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l1_g_d22" descr="Editable shape; source id l1_g_d22"/>
          <p:cNvSpPr/>
          <p:nvPr/>
        </p:nvSpPr>
        <p:spPr>
          <a:xfrm>
            <a:off x="8683624" y="1127124"/>
            <a:ext cx="39687" cy="396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1_t" descr="Editable text; source id l1_t"/>
          <p:cNvSpPr txBox="1"/>
          <p:nvPr/>
        </p:nvSpPr>
        <p:spPr>
          <a:xfrm>
            <a:off x="8826499" y="920749"/>
            <a:ext cx="280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4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87" name="l1_s" descr="Editable shape; source id l1_s"/>
          <p:cNvSpPr/>
          <p:nvPr/>
        </p:nvSpPr>
        <p:spPr>
          <a:xfrm>
            <a:off x="8477249" y="1349374"/>
            <a:ext cx="3159124" cy="460374"/>
          </a:xfrm>
          <a:prstGeom prst="roundRect">
            <a:avLst>
              <a:gd name="adj" fmla="val 1034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1_s_t" descr="Editable text; source id l1_s_t"/>
          <p:cNvSpPr txBox="1"/>
          <p:nvPr/>
        </p:nvSpPr>
        <p:spPr>
          <a:xfrm>
            <a:off x="8532812" y="1381124"/>
            <a:ext cx="304799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sp>
        <p:nvSpPr>
          <p:cNvPr id="89" name="l2" descr="Editable shape; source id l2"/>
          <p:cNvSpPr/>
          <p:nvPr/>
        </p:nvSpPr>
        <p:spPr>
          <a:xfrm>
            <a:off x="8334374" y="3365499"/>
            <a:ext cx="3444874" cy="1365249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2_a" descr="Editable shape; source id l2_a"/>
          <p:cNvSpPr/>
          <p:nvPr/>
        </p:nvSpPr>
        <p:spPr>
          <a:xfrm>
            <a:off x="8334374" y="3365499"/>
            <a:ext cx="34448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2_g_b" descr="Editable shape; source id l2_g_b"/>
          <p:cNvSpPr/>
          <p:nvPr/>
        </p:nvSpPr>
        <p:spPr>
          <a:xfrm>
            <a:off x="8508999" y="3611562"/>
            <a:ext cx="206374" cy="166687"/>
          </a:xfrm>
          <a:prstGeom prst="rect">
            <a:avLst/>
          </a:prstGeom>
          <a:noFill/>
          <a:ln w="7937">
            <a:solidFill>
              <a:srgbClr val="1F2937"/>
            </a:solidFill>
            <a:custDash>
              <a:ds d="238000" sp="204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2_t" descr="Editable text; source id l2_t"/>
          <p:cNvSpPr txBox="1"/>
          <p:nvPr/>
        </p:nvSpPr>
        <p:spPr>
          <a:xfrm>
            <a:off x="8826499" y="3555999"/>
            <a:ext cx="280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4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41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93" name="l2_s" descr="Editable shape; source id l2_s"/>
          <p:cNvSpPr/>
          <p:nvPr/>
        </p:nvSpPr>
        <p:spPr>
          <a:xfrm>
            <a:off x="8477249" y="3984624"/>
            <a:ext cx="3159124" cy="460374"/>
          </a:xfrm>
          <a:prstGeom prst="roundRect">
            <a:avLst>
              <a:gd name="adj" fmla="val 1034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2_s_t" descr="Editable text; source id l2_s_t"/>
          <p:cNvSpPr txBox="1"/>
          <p:nvPr/>
        </p:nvSpPr>
        <p:spPr>
          <a:xfrm>
            <a:off x="8532812" y="4016374"/>
            <a:ext cx="304799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sp>
        <p:nvSpPr>
          <p:cNvPr id="95" name="l3" descr="Editable shape; source id l3"/>
          <p:cNvSpPr/>
          <p:nvPr/>
        </p:nvSpPr>
        <p:spPr>
          <a:xfrm>
            <a:off x="8334374" y="6000749"/>
            <a:ext cx="3444874" cy="1365249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1112">
            <a:solidFill>
              <a:srgbClr val="C48A24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3_g_s0" descr="Editable shape; source id l3_g_s0"/>
          <p:cNvSpPr/>
          <p:nvPr/>
        </p:nvSpPr>
        <p:spPr>
          <a:xfrm>
            <a:off x="8524874" y="6183312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3_g_l1" descr="Editable line; source id l3_g_l1"/>
          <p:cNvCxnSpPr/>
          <p:nvPr/>
        </p:nvCxnSpPr>
        <p:spPr>
          <a:xfrm>
            <a:off x="8556624" y="6254749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3_g_l2" descr="Editable line; source id l3_g_l2"/>
          <p:cNvCxnSpPr/>
          <p:nvPr/>
        </p:nvCxnSpPr>
        <p:spPr>
          <a:xfrm>
            <a:off x="8556624" y="6286499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3_g_l3" descr="Editable line; source id l3_g_l3"/>
          <p:cNvCxnSpPr/>
          <p:nvPr/>
        </p:nvCxnSpPr>
        <p:spPr>
          <a:xfrm>
            <a:off x="8556624" y="6326187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3_g_q_0" descr="Editable line; source id l3_g_q_0"/>
          <p:cNvCxnSpPr/>
          <p:nvPr/>
        </p:nvCxnSpPr>
        <p:spPr>
          <a:xfrm>
            <a:off x="8588374" y="6262687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3_g_q_1" descr="Editable line; source id l3_g_q_1"/>
          <p:cNvCxnSpPr/>
          <p:nvPr/>
        </p:nvCxnSpPr>
        <p:spPr>
          <a:xfrm>
            <a:off x="8628062" y="6262687"/>
            <a:ext cx="0" cy="3968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3_g_q_2" descr="Editable line; source id l3_g_q_2"/>
          <p:cNvCxnSpPr/>
          <p:nvPr/>
        </p:nvCxnSpPr>
        <p:spPr>
          <a:xfrm flipH="1">
            <a:off x="8604249" y="6302374"/>
            <a:ext cx="238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3_g_q_3" descr="Editable line; source id l3_g_q_3"/>
          <p:cNvCxnSpPr/>
          <p:nvPr/>
        </p:nvCxnSpPr>
        <p:spPr>
          <a:xfrm>
            <a:off x="8604249" y="6302374"/>
            <a:ext cx="0" cy="31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l3_t" descr="Editable text; source id l3_t"/>
          <p:cNvSpPr txBox="1"/>
          <p:nvPr/>
        </p:nvSpPr>
        <p:spPr>
          <a:xfrm>
            <a:off x="8826499" y="6143624"/>
            <a:ext cx="280987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41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41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105" name="l3_s" descr="Editable shape; source id l3_s"/>
          <p:cNvSpPr/>
          <p:nvPr/>
        </p:nvSpPr>
        <p:spPr>
          <a:xfrm>
            <a:off x="8477249" y="6572249"/>
            <a:ext cx="3159124" cy="460374"/>
          </a:xfrm>
          <a:prstGeom prst="roundRect">
            <a:avLst>
              <a:gd name="adj" fmla="val 10344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3_s_t" descr="Editable text; source id l3_s_t"/>
          <p:cNvSpPr txBox="1"/>
          <p:nvPr/>
        </p:nvSpPr>
        <p:spPr>
          <a:xfrm>
            <a:off x="8532812" y="6603999"/>
            <a:ext cx="3047999" cy="396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  <p:cxnSp>
        <p:nvCxnSpPr>
          <p:cNvPr id="107" name="t0_0" descr="Editable line; source id t0_0"/>
          <p:cNvCxnSpPr/>
          <p:nvPr/>
        </p:nvCxnSpPr>
        <p:spPr>
          <a:xfrm>
            <a:off x="2397124" y="4032249"/>
            <a:ext cx="34925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tv_0" descr="Editable line; source id tv_0"/>
          <p:cNvCxnSpPr/>
          <p:nvPr/>
        </p:nvCxnSpPr>
        <p:spPr>
          <a:xfrm>
            <a:off x="2746374" y="1333499"/>
            <a:ext cx="0" cy="57150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s_e1_0" descr="Editable line; source id s_e1_0"/>
          <p:cNvSpPr/>
          <p:nvPr/>
        </p:nvSpPr>
        <p:spPr>
          <a:xfrm>
            <a:off x="2746375" y="1293812"/>
            <a:ext cx="619125" cy="79375"/>
          </a:xfrm>
          <a:custGeom>
            <a:avLst/>
            <a:gdLst/>
            <a:ahLst/>
            <a:cxnLst/>
            <a:rect l="l" t="t" r="r" b="b"/>
            <a:pathLst>
              <a:path w="78000" h="10000">
                <a:moveTo>
                  <a:pt x="0" y="4100"/>
                </a:moveTo>
                <a:lnTo>
                  <a:pt x="66000" y="4100"/>
                </a:lnTo>
                <a:lnTo>
                  <a:pt x="66000" y="0"/>
                </a:lnTo>
                <a:lnTo>
                  <a:pt x="78000" y="5000"/>
                </a:lnTo>
                <a:lnTo>
                  <a:pt x="66000" y="10000"/>
                </a:lnTo>
                <a:lnTo>
                  <a:pt x="6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_e1_p" descr="Editable shape; source id s_e1_p"/>
          <p:cNvSpPr/>
          <p:nvPr/>
        </p:nvSpPr>
        <p:spPr>
          <a:xfrm>
            <a:off x="2778124" y="93662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_e1_p_t" descr="Editable text; source id s_e1_p_t"/>
          <p:cNvSpPr txBox="1"/>
          <p:nvPr/>
        </p:nvSpPr>
        <p:spPr>
          <a:xfrm>
            <a:off x="2857499" y="96837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12" name="s_e2_0" descr="Editable line; source id s_e2_0"/>
          <p:cNvSpPr/>
          <p:nvPr/>
        </p:nvSpPr>
        <p:spPr>
          <a:xfrm>
            <a:off x="2746375" y="3198812"/>
            <a:ext cx="619125" cy="79375"/>
          </a:xfrm>
          <a:custGeom>
            <a:avLst/>
            <a:gdLst/>
            <a:ahLst/>
            <a:cxnLst/>
            <a:rect l="l" t="t" r="r" b="b"/>
            <a:pathLst>
              <a:path w="78000" h="10000">
                <a:moveTo>
                  <a:pt x="0" y="4100"/>
                </a:moveTo>
                <a:lnTo>
                  <a:pt x="66000" y="4100"/>
                </a:lnTo>
                <a:lnTo>
                  <a:pt x="66000" y="0"/>
                </a:lnTo>
                <a:lnTo>
                  <a:pt x="78000" y="5000"/>
                </a:lnTo>
                <a:lnTo>
                  <a:pt x="66000" y="10000"/>
                </a:lnTo>
                <a:lnTo>
                  <a:pt x="6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_e2_p" descr="Editable shape; source id s_e2_p"/>
          <p:cNvSpPr/>
          <p:nvPr/>
        </p:nvSpPr>
        <p:spPr>
          <a:xfrm>
            <a:off x="2778124" y="284162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_e2_p_t" descr="Editable text; source id s_e2_p_t"/>
          <p:cNvSpPr txBox="1"/>
          <p:nvPr/>
        </p:nvSpPr>
        <p:spPr>
          <a:xfrm>
            <a:off x="2857499" y="287337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115" name="s_e3_0" descr="Editable line; source id s_e3_0"/>
          <p:cNvSpPr/>
          <p:nvPr/>
        </p:nvSpPr>
        <p:spPr>
          <a:xfrm>
            <a:off x="2746375" y="5103812"/>
            <a:ext cx="619125" cy="79375"/>
          </a:xfrm>
          <a:custGeom>
            <a:avLst/>
            <a:gdLst/>
            <a:ahLst/>
            <a:cxnLst/>
            <a:rect l="l" t="t" r="r" b="b"/>
            <a:pathLst>
              <a:path w="78000" h="10000">
                <a:moveTo>
                  <a:pt x="0" y="4100"/>
                </a:moveTo>
                <a:lnTo>
                  <a:pt x="66000" y="4100"/>
                </a:lnTo>
                <a:lnTo>
                  <a:pt x="66000" y="0"/>
                </a:lnTo>
                <a:lnTo>
                  <a:pt x="78000" y="5000"/>
                </a:lnTo>
                <a:lnTo>
                  <a:pt x="66000" y="10000"/>
                </a:lnTo>
                <a:lnTo>
                  <a:pt x="6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_e3_p" descr="Editable shape; source id s_e3_p"/>
          <p:cNvSpPr/>
          <p:nvPr/>
        </p:nvSpPr>
        <p:spPr>
          <a:xfrm>
            <a:off x="2778124" y="474662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_e3_p_t" descr="Editable text; source id s_e3_p_t"/>
          <p:cNvSpPr txBox="1"/>
          <p:nvPr/>
        </p:nvSpPr>
        <p:spPr>
          <a:xfrm>
            <a:off x="2857499" y="477837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118" name="s_e4_0" descr="Editable line; source id s_e4_0"/>
          <p:cNvSpPr/>
          <p:nvPr/>
        </p:nvSpPr>
        <p:spPr>
          <a:xfrm>
            <a:off x="2746375" y="7008812"/>
            <a:ext cx="619125" cy="79375"/>
          </a:xfrm>
          <a:custGeom>
            <a:avLst/>
            <a:gdLst/>
            <a:ahLst/>
            <a:cxnLst/>
            <a:rect l="l" t="t" r="r" b="b"/>
            <a:pathLst>
              <a:path w="78000" h="10000">
                <a:moveTo>
                  <a:pt x="0" y="4100"/>
                </a:moveTo>
                <a:lnTo>
                  <a:pt x="66000" y="4100"/>
                </a:lnTo>
                <a:lnTo>
                  <a:pt x="66000" y="0"/>
                </a:lnTo>
                <a:lnTo>
                  <a:pt x="78000" y="5000"/>
                </a:lnTo>
                <a:lnTo>
                  <a:pt x="66000" y="10000"/>
                </a:lnTo>
                <a:lnTo>
                  <a:pt x="66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_e4_p" descr="Editable shape; source id s_e4_p"/>
          <p:cNvSpPr/>
          <p:nvPr/>
        </p:nvSpPr>
        <p:spPr>
          <a:xfrm>
            <a:off x="2778124" y="6651624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_e4_p_t" descr="Editable text; source id s_e4_p_t"/>
          <p:cNvSpPr txBox="1"/>
          <p:nvPr/>
        </p:nvSpPr>
        <p:spPr>
          <a:xfrm>
            <a:off x="2857499" y="6683374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cxnSp>
        <p:nvCxnSpPr>
          <p:cNvPr id="121" name="u0_0" descr="Editable line; source id u0_0"/>
          <p:cNvCxnSpPr/>
          <p:nvPr/>
        </p:nvCxnSpPr>
        <p:spPr>
          <a:xfrm>
            <a:off x="1301749" y="5429249"/>
            <a:ext cx="0" cy="2333625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u0_1" descr="Editable line; source id u0_1"/>
          <p:cNvCxnSpPr/>
          <p:nvPr/>
        </p:nvCxnSpPr>
        <p:spPr>
          <a:xfrm>
            <a:off x="1301749" y="7762874"/>
            <a:ext cx="66833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u0_2" descr="Editable line; source id u0_2"/>
          <p:cNvCxnSpPr/>
          <p:nvPr/>
        </p:nvCxnSpPr>
        <p:spPr>
          <a:xfrm flipV="1">
            <a:off x="7985124" y="1412874"/>
            <a:ext cx="0" cy="63500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v_l1_0" descr="Editable line; source id v_l1_0"/>
          <p:cNvSpPr/>
          <p:nvPr/>
        </p:nvSpPr>
        <p:spPr>
          <a:xfrm>
            <a:off x="7985125" y="1373187"/>
            <a:ext cx="317500" cy="79375"/>
          </a:xfrm>
          <a:custGeom>
            <a:avLst/>
            <a:gdLst/>
            <a:ahLst/>
            <a:cxnLst/>
            <a:rect l="l" t="t" r="r" b="b"/>
            <a:pathLst>
              <a:path w="40000" h="10000">
                <a:moveTo>
                  <a:pt x="0" y="4100"/>
                </a:moveTo>
                <a:lnTo>
                  <a:pt x="28000" y="4100"/>
                </a:lnTo>
                <a:lnTo>
                  <a:pt x="28000" y="0"/>
                </a:lnTo>
                <a:lnTo>
                  <a:pt x="40000" y="5000"/>
                </a:lnTo>
                <a:lnTo>
                  <a:pt x="28000" y="10000"/>
                </a:lnTo>
                <a:lnTo>
                  <a:pt x="28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v_l1_p" descr="Editable shape; source id v_l1_p"/>
          <p:cNvSpPr/>
          <p:nvPr/>
        </p:nvSpPr>
        <p:spPr>
          <a:xfrm>
            <a:off x="7866062" y="1015999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v_l1_p_t" descr="Editable text; source id v_l1_p_t"/>
          <p:cNvSpPr txBox="1"/>
          <p:nvPr/>
        </p:nvSpPr>
        <p:spPr>
          <a:xfrm>
            <a:off x="7945437" y="1047749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127" name="v_l2_0" descr="Editable line; source id v_l2_0"/>
          <p:cNvSpPr/>
          <p:nvPr/>
        </p:nvSpPr>
        <p:spPr>
          <a:xfrm>
            <a:off x="7985125" y="4008437"/>
            <a:ext cx="317500" cy="79375"/>
          </a:xfrm>
          <a:custGeom>
            <a:avLst/>
            <a:gdLst/>
            <a:ahLst/>
            <a:cxnLst/>
            <a:rect l="l" t="t" r="r" b="b"/>
            <a:pathLst>
              <a:path w="40000" h="10000">
                <a:moveTo>
                  <a:pt x="0" y="4100"/>
                </a:moveTo>
                <a:lnTo>
                  <a:pt x="28000" y="4100"/>
                </a:lnTo>
                <a:lnTo>
                  <a:pt x="28000" y="0"/>
                </a:lnTo>
                <a:lnTo>
                  <a:pt x="40000" y="5000"/>
                </a:lnTo>
                <a:lnTo>
                  <a:pt x="28000" y="10000"/>
                </a:lnTo>
                <a:lnTo>
                  <a:pt x="28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v_l2_p" descr="Editable shape; source id v_l2_p"/>
          <p:cNvSpPr/>
          <p:nvPr/>
        </p:nvSpPr>
        <p:spPr>
          <a:xfrm>
            <a:off x="7866062" y="3651249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v_l2_p_t" descr="Editable text; source id v_l2_p_t"/>
          <p:cNvSpPr txBox="1"/>
          <p:nvPr/>
        </p:nvSpPr>
        <p:spPr>
          <a:xfrm>
            <a:off x="7945437" y="3682999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cxnSp>
        <p:nvCxnSpPr>
          <p:cNvPr id="130" name="v_l3_0" descr="Editable line; source id v_l3_0"/>
          <p:cNvCxnSpPr/>
          <p:nvPr/>
        </p:nvCxnSpPr>
        <p:spPr>
          <a:xfrm>
            <a:off x="7985124" y="6683374"/>
            <a:ext cx="317500" cy="0"/>
          </a:xfrm>
          <a:prstGeom prst="line">
            <a:avLst/>
          </a:prstGeom>
          <a:ln w="14287">
            <a:solidFill>
              <a:srgbClr val="C48A24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v_l3_p" descr="Editable shape; source id v_l3_p"/>
          <p:cNvSpPr/>
          <p:nvPr/>
        </p:nvSpPr>
        <p:spPr>
          <a:xfrm>
            <a:off x="7866062" y="6286499"/>
            <a:ext cx="555624" cy="293687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_l3_p_t" descr="Editable text; source id v_l3_p_t"/>
          <p:cNvSpPr txBox="1"/>
          <p:nvPr/>
        </p:nvSpPr>
        <p:spPr>
          <a:xfrm>
            <a:off x="7945437" y="6318249"/>
            <a:ext cx="396874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