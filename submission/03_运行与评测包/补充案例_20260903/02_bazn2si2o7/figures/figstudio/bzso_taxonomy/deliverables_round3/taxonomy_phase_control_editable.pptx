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09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合成与相控制分类框架（super_teaser 第三轮 R04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E" descr="Editable shape; source id zE"/>
          <p:cNvSpPr/>
          <p:nvPr/>
        </p:nvSpPr>
        <p:spPr>
          <a:xfrm>
            <a:off x="3374448" y="501700"/>
            <a:ext cx="3848658" cy="4810822"/>
          </a:xfrm>
          <a:prstGeom prst="roundRect">
            <a:avLst>
              <a:gd name="adj" fmla="val 2857"/>
            </a:avLst>
          </a:prstGeom>
          <a:solidFill>
            <a:srgbClr val="E6F2F3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E_l" descr="Editable text; source id zE_l"/>
          <p:cNvSpPr txBox="1"/>
          <p:nvPr/>
        </p:nvSpPr>
        <p:spPr>
          <a:xfrm>
            <a:off x="3498155" y="584171"/>
            <a:ext cx="687260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L" descr="Editable shape; source id zL"/>
          <p:cNvSpPr/>
          <p:nvPr/>
        </p:nvSpPr>
        <p:spPr>
          <a:xfrm>
            <a:off x="8205889" y="501700"/>
            <a:ext cx="3731824" cy="4810822"/>
          </a:xfrm>
          <a:prstGeom prst="roundRect">
            <a:avLst>
              <a:gd name="adj" fmla="val 2946"/>
            </a:avLst>
          </a:prstGeom>
          <a:solidFill>
            <a:srgbClr val="EEF2F7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L_l" descr="Editable text; source id zL_l"/>
          <p:cNvSpPr txBox="1"/>
          <p:nvPr/>
        </p:nvSpPr>
        <p:spPr>
          <a:xfrm>
            <a:off x="8329596" y="584171"/>
            <a:ext cx="687260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hub" descr="Editable shape; source id hub"/>
          <p:cNvSpPr/>
          <p:nvPr/>
        </p:nvSpPr>
        <p:spPr>
          <a:xfrm>
            <a:off x="240541" y="501700"/>
            <a:ext cx="2020545" cy="4810822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ub_s" descr="Editable shape; source id hub_s"/>
          <p:cNvSpPr/>
          <p:nvPr/>
        </p:nvSpPr>
        <p:spPr>
          <a:xfrm>
            <a:off x="240541" y="501700"/>
            <a:ext cx="2020545" cy="54980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ub_t" descr="Editable text; source id hub_t"/>
          <p:cNvSpPr txBox="1"/>
          <p:nvPr/>
        </p:nvSpPr>
        <p:spPr>
          <a:xfrm>
            <a:off x="350502" y="2618462"/>
            <a:ext cx="1800622" cy="3505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defRPr sz="183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83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</p:txBody>
      </p:sp>
      <p:sp>
        <p:nvSpPr>
          <p:cNvPr id="9" name="hub_k0" descr="Editable text; source id hub_k0"/>
          <p:cNvSpPr txBox="1"/>
          <p:nvPr/>
        </p:nvSpPr>
        <p:spPr>
          <a:xfrm>
            <a:off x="350502" y="3023945"/>
            <a:ext cx="1800622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目标相</a:t>
            </a:r>
          </a:p>
        </p:txBody>
      </p:sp>
      <p:sp>
        <p:nvSpPr>
          <p:cNvPr id="10" name="e1" descr="Editable shape; source id e1"/>
          <p:cNvSpPr/>
          <p:nvPr/>
        </p:nvSpPr>
        <p:spPr>
          <a:xfrm>
            <a:off x="3566881" y="962164"/>
            <a:ext cx="3450047" cy="96216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1_s" descr="Editable shape; source id e1_s"/>
          <p:cNvSpPr/>
          <p:nvPr/>
        </p:nvSpPr>
        <p:spPr>
          <a:xfrm>
            <a:off x="3566881" y="962164"/>
            <a:ext cx="3450047" cy="54980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1_i" descr="exact crop of the generated raster (line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387" y="1154597"/>
            <a:ext cx="226795" cy="302394"/>
          </a:xfrm>
          <a:prstGeom prst="rect">
            <a:avLst/>
          </a:prstGeom>
          <a:effectLst/>
        </p:spPr>
      </p:pic>
      <p:sp>
        <p:nvSpPr>
          <p:cNvPr id="13" name="e1_t" descr="Editable text; source id e1_t"/>
          <p:cNvSpPr txBox="1"/>
          <p:nvPr/>
        </p:nvSpPr>
        <p:spPr>
          <a:xfrm>
            <a:off x="4075454" y="1168342"/>
            <a:ext cx="2817767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结构与多晶型</a:t>
            </a:r>
          </a:p>
        </p:txBody>
      </p:sp>
      <p:sp>
        <p:nvSpPr>
          <p:cNvPr id="14" name="e1_k0" descr="Editable text; source id e1_k0"/>
          <p:cNvSpPr txBox="1"/>
          <p:nvPr/>
        </p:nvSpPr>
        <p:spPr>
          <a:xfrm>
            <a:off x="3690588" y="1498227"/>
            <a:ext cx="3202633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相变</a:t>
            </a: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配位</a:t>
            </a:r>
          </a:p>
        </p:txBody>
      </p:sp>
      <p:sp>
        <p:nvSpPr>
          <p:cNvPr id="15" name="e2" descr="Editable shape; source id e2"/>
          <p:cNvSpPr/>
          <p:nvPr/>
        </p:nvSpPr>
        <p:spPr>
          <a:xfrm>
            <a:off x="3566881" y="2027418"/>
            <a:ext cx="3450047" cy="96216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2_s" descr="Editable shape; source id e2_s"/>
          <p:cNvSpPr/>
          <p:nvPr/>
        </p:nvSpPr>
        <p:spPr>
          <a:xfrm>
            <a:off x="3566881" y="2027418"/>
            <a:ext cx="3450047" cy="54980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e2_i" descr="exact crop of the generated raster (line moti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588" y="2236650"/>
            <a:ext cx="302394" cy="268795"/>
          </a:xfrm>
          <a:prstGeom prst="rect">
            <a:avLst/>
          </a:prstGeom>
          <a:effectLst/>
        </p:spPr>
      </p:pic>
      <p:sp>
        <p:nvSpPr>
          <p:cNvPr id="18" name="e2_t" descr="Editable text; source id e2_t"/>
          <p:cNvSpPr txBox="1"/>
          <p:nvPr/>
        </p:nvSpPr>
        <p:spPr>
          <a:xfrm>
            <a:off x="4075454" y="2233596"/>
            <a:ext cx="2817767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19" name="e2_k0" descr="Editable text; source id e2_k0"/>
          <p:cNvSpPr txBox="1"/>
          <p:nvPr/>
        </p:nvSpPr>
        <p:spPr>
          <a:xfrm>
            <a:off x="3690588" y="2563481"/>
            <a:ext cx="3202633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20" name="e3" descr="Editable shape; source id e3"/>
          <p:cNvSpPr/>
          <p:nvPr/>
        </p:nvSpPr>
        <p:spPr>
          <a:xfrm>
            <a:off x="3566881" y="3092671"/>
            <a:ext cx="3450047" cy="96216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3_s" descr="Editable shape; source id e3_s"/>
          <p:cNvSpPr/>
          <p:nvPr/>
        </p:nvSpPr>
        <p:spPr>
          <a:xfrm>
            <a:off x="3566881" y="3092671"/>
            <a:ext cx="3450047" cy="54980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e3_i" descr="exact crop of the generated raster (line motif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63" y="3285104"/>
            <a:ext cx="159444" cy="302394"/>
          </a:xfrm>
          <a:prstGeom prst="rect">
            <a:avLst/>
          </a:prstGeom>
          <a:effectLst/>
        </p:spPr>
      </p:pic>
      <p:sp>
        <p:nvSpPr>
          <p:cNvPr id="23" name="e3_t" descr="Editable text; source id e3_t"/>
          <p:cNvSpPr txBox="1"/>
          <p:nvPr/>
        </p:nvSpPr>
        <p:spPr>
          <a:xfrm>
            <a:off x="4075454" y="3298849"/>
            <a:ext cx="2817767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组成与热处理</a:t>
            </a:r>
          </a:p>
        </p:txBody>
      </p:sp>
      <p:sp>
        <p:nvSpPr>
          <p:cNvPr id="24" name="e3_k0" descr="Editable text; source id e3_k0"/>
          <p:cNvSpPr txBox="1"/>
          <p:nvPr/>
        </p:nvSpPr>
        <p:spPr>
          <a:xfrm>
            <a:off x="3690588" y="3628734"/>
            <a:ext cx="3202633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Ba/Sr · Zn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位</a:t>
            </a:r>
          </a:p>
        </p:txBody>
      </p:sp>
      <p:sp>
        <p:nvSpPr>
          <p:cNvPr id="25" name="e4" descr="Editable shape; source id e4"/>
          <p:cNvSpPr/>
          <p:nvPr/>
        </p:nvSpPr>
        <p:spPr>
          <a:xfrm>
            <a:off x="3566881" y="4157925"/>
            <a:ext cx="3450047" cy="96216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4_s" descr="Editable shape; source id e4_s"/>
          <p:cNvSpPr/>
          <p:nvPr/>
        </p:nvSpPr>
        <p:spPr>
          <a:xfrm>
            <a:off x="3566881" y="4157925"/>
            <a:ext cx="3450047" cy="54980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e4_i" descr="exact crop of the generated raster (line moti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452" y="4350358"/>
            <a:ext cx="220666" cy="302394"/>
          </a:xfrm>
          <a:prstGeom prst="rect">
            <a:avLst/>
          </a:prstGeom>
          <a:effectLst/>
        </p:spPr>
      </p:pic>
      <p:sp>
        <p:nvSpPr>
          <p:cNvPr id="28" name="e4_t" descr="Editable text; source id e4_t"/>
          <p:cNvSpPr txBox="1"/>
          <p:nvPr/>
        </p:nvSpPr>
        <p:spPr>
          <a:xfrm>
            <a:off x="4075454" y="4364103"/>
            <a:ext cx="2817767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6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玻璃析晶</a:t>
            </a:r>
          </a:p>
        </p:txBody>
      </p:sp>
      <p:sp>
        <p:nvSpPr>
          <p:cNvPr id="29" name="e4_k0" descr="Editable text; source id e4_k0"/>
          <p:cNvSpPr txBox="1"/>
          <p:nvPr/>
        </p:nvSpPr>
        <p:spPr>
          <a:xfrm>
            <a:off x="3690588" y="4693988"/>
            <a:ext cx="3202633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成核</a:t>
            </a: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生长</a:t>
            </a:r>
          </a:p>
        </p:txBody>
      </p:sp>
      <p:sp>
        <p:nvSpPr>
          <p:cNvPr id="30" name="l1" descr="Editable shape; source id l1"/>
          <p:cNvSpPr/>
          <p:nvPr/>
        </p:nvSpPr>
        <p:spPr>
          <a:xfrm>
            <a:off x="8425812" y="1030890"/>
            <a:ext cx="3319467" cy="103089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1_s" descr="Editable shape; source id l1_s"/>
          <p:cNvSpPr/>
          <p:nvPr/>
        </p:nvSpPr>
        <p:spPr>
          <a:xfrm>
            <a:off x="8425812" y="1030890"/>
            <a:ext cx="3319467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l1_i" descr="exact crop of the generated raster (line motif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2268" y="1237068"/>
            <a:ext cx="296896" cy="302394"/>
          </a:xfrm>
          <a:prstGeom prst="rect">
            <a:avLst/>
          </a:prstGeom>
          <a:effectLst/>
        </p:spPr>
      </p:pic>
      <p:sp>
        <p:nvSpPr>
          <p:cNvPr id="33" name="l1_t" descr="Editable text; source id l1_t"/>
          <p:cNvSpPr txBox="1"/>
          <p:nvPr/>
        </p:nvSpPr>
        <p:spPr>
          <a:xfrm>
            <a:off x="8934385" y="1250813"/>
            <a:ext cx="2687188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6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34" name="l1_k0" descr="Editable text; source id l1_k0"/>
          <p:cNvSpPr txBox="1"/>
          <p:nvPr/>
        </p:nvSpPr>
        <p:spPr>
          <a:xfrm>
            <a:off x="8549519" y="1580698"/>
            <a:ext cx="3072054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Ba2ZnSi2O7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等</a:t>
            </a:r>
          </a:p>
        </p:txBody>
      </p:sp>
      <p:sp>
        <p:nvSpPr>
          <p:cNvPr id="35" name="l2" descr="Editable shape; source id l2"/>
          <p:cNvSpPr/>
          <p:nvPr/>
        </p:nvSpPr>
        <p:spPr>
          <a:xfrm>
            <a:off x="8425812" y="2336685"/>
            <a:ext cx="3319467" cy="103089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2_s" descr="Editable shape; source id l2_s"/>
          <p:cNvSpPr/>
          <p:nvPr/>
        </p:nvSpPr>
        <p:spPr>
          <a:xfrm>
            <a:off x="8425812" y="2336685"/>
            <a:ext cx="3319467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l2_i" descr="exact crop of the generated raster (line motif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2268" y="2542863"/>
            <a:ext cx="296896" cy="302394"/>
          </a:xfrm>
          <a:prstGeom prst="rect">
            <a:avLst/>
          </a:prstGeom>
          <a:effectLst/>
        </p:spPr>
      </p:pic>
      <p:sp>
        <p:nvSpPr>
          <p:cNvPr id="38" name="l2_t" descr="Editable text; source id l2_t"/>
          <p:cNvSpPr txBox="1"/>
          <p:nvPr/>
        </p:nvSpPr>
        <p:spPr>
          <a:xfrm>
            <a:off x="8934385" y="2556608"/>
            <a:ext cx="2687188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6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39" name="l2_k0" descr="Editable text; source id l2_k0"/>
          <p:cNvSpPr txBox="1"/>
          <p:nvPr/>
        </p:nvSpPr>
        <p:spPr>
          <a:xfrm>
            <a:off x="8549519" y="2886493"/>
            <a:ext cx="3072054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直接</a:t>
            </a: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近邻</a:t>
            </a:r>
            <a:r>
              <a:rPr sz="113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推断</a:t>
            </a:r>
          </a:p>
        </p:txBody>
      </p:sp>
      <p:sp>
        <p:nvSpPr>
          <p:cNvPr id="40" name="l3" descr="Editable shape; source id l3"/>
          <p:cNvSpPr/>
          <p:nvPr/>
        </p:nvSpPr>
        <p:spPr>
          <a:xfrm>
            <a:off x="8425812" y="3642480"/>
            <a:ext cx="3319467" cy="103089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0308">
            <a:solidFill>
              <a:srgbClr val="C48A24"/>
            </a:solidFill>
            <a:custDash>
              <a:ds d="866667" sp="5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l3_i" descr="exact crop of the generated raster (line motif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458" y="3793677"/>
            <a:ext cx="266517" cy="302394"/>
          </a:xfrm>
          <a:prstGeom prst="rect">
            <a:avLst/>
          </a:prstGeom>
          <a:effectLst/>
        </p:spPr>
      </p:pic>
      <p:sp>
        <p:nvSpPr>
          <p:cNvPr id="42" name="l3_t" descr="Editable text; source id l3_t"/>
          <p:cNvSpPr txBox="1"/>
          <p:nvPr/>
        </p:nvSpPr>
        <p:spPr>
          <a:xfrm>
            <a:off x="8934385" y="3807422"/>
            <a:ext cx="2687188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18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61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43" name="l3_k0" descr="Editable text; source id l3_k0"/>
          <p:cNvSpPr txBox="1"/>
          <p:nvPr/>
        </p:nvSpPr>
        <p:spPr>
          <a:xfrm>
            <a:off x="8549519" y="4137307"/>
            <a:ext cx="3072054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6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未见直接报道</a:t>
            </a:r>
          </a:p>
        </p:txBody>
      </p:sp>
      <p:cxnSp>
        <p:nvCxnSpPr>
          <p:cNvPr id="44" name="t0_0" descr="Editable line; source id t0_0"/>
          <p:cNvCxnSpPr/>
          <p:nvPr/>
        </p:nvCxnSpPr>
        <p:spPr>
          <a:xfrm>
            <a:off x="2261086" y="3023945"/>
            <a:ext cx="556681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tv_0" descr="Editable line; source id tv_0"/>
          <p:cNvCxnSpPr/>
          <p:nvPr/>
        </p:nvCxnSpPr>
        <p:spPr>
          <a:xfrm>
            <a:off x="2817767" y="1443246"/>
            <a:ext cx="0" cy="3195761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0_p" descr="Editable shape; source id s0_p"/>
          <p:cNvSpPr/>
          <p:nvPr/>
        </p:nvSpPr>
        <p:spPr>
          <a:xfrm>
            <a:off x="2920856" y="1305794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_p_t" descr="Editable text; source id s0_p_t"/>
          <p:cNvSpPr txBox="1"/>
          <p:nvPr/>
        </p:nvSpPr>
        <p:spPr>
          <a:xfrm>
            <a:off x="3003327" y="1333285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48" name="s0_0" descr="Editable line; source id s0_0"/>
          <p:cNvSpPr/>
          <p:nvPr/>
        </p:nvSpPr>
        <p:spPr>
          <a:xfrm>
            <a:off x="2817768" y="1405448"/>
            <a:ext cx="735369" cy="75599"/>
          </a:xfrm>
          <a:custGeom>
            <a:avLst/>
            <a:gdLst/>
            <a:ahLst/>
            <a:cxnLst/>
            <a:rect l="l" t="t" r="r" b="b"/>
            <a:pathLst>
              <a:path w="107000" h="11000">
                <a:moveTo>
                  <a:pt x="0" y="4500"/>
                </a:moveTo>
                <a:lnTo>
                  <a:pt x="94000" y="4500"/>
                </a:lnTo>
                <a:lnTo>
                  <a:pt x="94000" y="0"/>
                </a:lnTo>
                <a:lnTo>
                  <a:pt x="107000" y="5500"/>
                </a:lnTo>
                <a:lnTo>
                  <a:pt x="94000" y="11000"/>
                </a:lnTo>
                <a:lnTo>
                  <a:pt x="9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_p" descr="Editable shape; source id s1_p"/>
          <p:cNvSpPr/>
          <p:nvPr/>
        </p:nvSpPr>
        <p:spPr>
          <a:xfrm>
            <a:off x="2920856" y="2364175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_p_t" descr="Editable text; source id s1_p_t"/>
          <p:cNvSpPr txBox="1"/>
          <p:nvPr/>
        </p:nvSpPr>
        <p:spPr>
          <a:xfrm>
            <a:off x="3003327" y="2405411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制备</a:t>
            </a:r>
          </a:p>
        </p:txBody>
      </p:sp>
      <p:sp>
        <p:nvSpPr>
          <p:cNvPr id="51" name="s1_0" descr="Editable line; source id s1_0"/>
          <p:cNvSpPr/>
          <p:nvPr/>
        </p:nvSpPr>
        <p:spPr>
          <a:xfrm>
            <a:off x="2817768" y="2470701"/>
            <a:ext cx="735369" cy="75599"/>
          </a:xfrm>
          <a:custGeom>
            <a:avLst/>
            <a:gdLst/>
            <a:ahLst/>
            <a:cxnLst/>
            <a:rect l="l" t="t" r="r" b="b"/>
            <a:pathLst>
              <a:path w="107000" h="11000">
                <a:moveTo>
                  <a:pt x="0" y="4500"/>
                </a:moveTo>
                <a:lnTo>
                  <a:pt x="94000" y="4500"/>
                </a:lnTo>
                <a:lnTo>
                  <a:pt x="94000" y="0"/>
                </a:lnTo>
                <a:lnTo>
                  <a:pt x="107000" y="5500"/>
                </a:lnTo>
                <a:lnTo>
                  <a:pt x="94000" y="11000"/>
                </a:lnTo>
                <a:lnTo>
                  <a:pt x="9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2_p" descr="Editable shape; source id s2_p"/>
          <p:cNvSpPr/>
          <p:nvPr/>
        </p:nvSpPr>
        <p:spPr>
          <a:xfrm>
            <a:off x="2920856" y="3436302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2_p_t" descr="Editable text; source id s2_p_t"/>
          <p:cNvSpPr txBox="1"/>
          <p:nvPr/>
        </p:nvSpPr>
        <p:spPr>
          <a:xfrm>
            <a:off x="3003327" y="3463792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变量</a:t>
            </a:r>
          </a:p>
        </p:txBody>
      </p:sp>
      <p:sp>
        <p:nvSpPr>
          <p:cNvPr id="54" name="s2_0" descr="Editable line; source id s2_0"/>
          <p:cNvSpPr/>
          <p:nvPr/>
        </p:nvSpPr>
        <p:spPr>
          <a:xfrm>
            <a:off x="2817768" y="3535955"/>
            <a:ext cx="735369" cy="75599"/>
          </a:xfrm>
          <a:custGeom>
            <a:avLst/>
            <a:gdLst/>
            <a:ahLst/>
            <a:cxnLst/>
            <a:rect l="l" t="t" r="r" b="b"/>
            <a:pathLst>
              <a:path w="107000" h="11000">
                <a:moveTo>
                  <a:pt x="0" y="4500"/>
                </a:moveTo>
                <a:lnTo>
                  <a:pt x="94000" y="4500"/>
                </a:lnTo>
                <a:lnTo>
                  <a:pt x="94000" y="0"/>
                </a:lnTo>
                <a:lnTo>
                  <a:pt x="107000" y="5500"/>
                </a:lnTo>
                <a:lnTo>
                  <a:pt x="94000" y="11000"/>
                </a:lnTo>
                <a:lnTo>
                  <a:pt x="9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3_p" descr="Editable shape; source id s3_p"/>
          <p:cNvSpPr/>
          <p:nvPr/>
        </p:nvSpPr>
        <p:spPr>
          <a:xfrm>
            <a:off x="2920856" y="4494683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3_p_t" descr="Editable text; source id s3_p_t"/>
          <p:cNvSpPr txBox="1"/>
          <p:nvPr/>
        </p:nvSpPr>
        <p:spPr>
          <a:xfrm>
            <a:off x="3003327" y="4535918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晶化</a:t>
            </a:r>
          </a:p>
        </p:txBody>
      </p:sp>
      <p:sp>
        <p:nvSpPr>
          <p:cNvPr id="57" name="s3_0" descr="Editable line; source id s3_0"/>
          <p:cNvSpPr/>
          <p:nvPr/>
        </p:nvSpPr>
        <p:spPr>
          <a:xfrm>
            <a:off x="2817768" y="4601208"/>
            <a:ext cx="735369" cy="75599"/>
          </a:xfrm>
          <a:custGeom>
            <a:avLst/>
            <a:gdLst/>
            <a:ahLst/>
            <a:cxnLst/>
            <a:rect l="l" t="t" r="r" b="b"/>
            <a:pathLst>
              <a:path w="107000" h="11000">
                <a:moveTo>
                  <a:pt x="0" y="4500"/>
                </a:moveTo>
                <a:lnTo>
                  <a:pt x="94000" y="4500"/>
                </a:lnTo>
                <a:lnTo>
                  <a:pt x="94000" y="0"/>
                </a:lnTo>
                <a:lnTo>
                  <a:pt x="107000" y="5500"/>
                </a:lnTo>
                <a:lnTo>
                  <a:pt x="94000" y="11000"/>
                </a:lnTo>
                <a:lnTo>
                  <a:pt x="9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u0_0" descr="Editable line; source id u0_0"/>
          <p:cNvCxnSpPr/>
          <p:nvPr/>
        </p:nvCxnSpPr>
        <p:spPr>
          <a:xfrm>
            <a:off x="1250813" y="5326268"/>
            <a:ext cx="0" cy="323012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u0_1" descr="Editable line; source id u0_1"/>
          <p:cNvCxnSpPr/>
          <p:nvPr/>
        </p:nvCxnSpPr>
        <p:spPr>
          <a:xfrm>
            <a:off x="1250813" y="5649280"/>
            <a:ext cx="6652681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uv_0" descr="Editable line; source id uv_0"/>
          <p:cNvCxnSpPr/>
          <p:nvPr/>
        </p:nvCxnSpPr>
        <p:spPr>
          <a:xfrm>
            <a:off x="7903494" y="1546335"/>
            <a:ext cx="0" cy="4102945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v0_p" descr="Editable shape; source id v0_p"/>
          <p:cNvSpPr/>
          <p:nvPr/>
        </p:nvSpPr>
        <p:spPr>
          <a:xfrm>
            <a:off x="7896622" y="1402011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0_p_t" descr="Editable text; source id v0_p_t"/>
          <p:cNvSpPr txBox="1"/>
          <p:nvPr/>
        </p:nvSpPr>
        <p:spPr>
          <a:xfrm>
            <a:off x="7979093" y="1443246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近邻</a:t>
            </a:r>
          </a:p>
        </p:txBody>
      </p:sp>
      <p:sp>
        <p:nvSpPr>
          <p:cNvPr id="63" name="v0_0" descr="Editable line; source id v0_0"/>
          <p:cNvSpPr/>
          <p:nvPr/>
        </p:nvSpPr>
        <p:spPr>
          <a:xfrm>
            <a:off x="7903495" y="1508537"/>
            <a:ext cx="508573" cy="75599"/>
          </a:xfrm>
          <a:custGeom>
            <a:avLst/>
            <a:gdLst/>
            <a:ahLst/>
            <a:cxnLst/>
            <a:rect l="l" t="t" r="r" b="b"/>
            <a:pathLst>
              <a:path w="74000" h="11000">
                <a:moveTo>
                  <a:pt x="0" y="4500"/>
                </a:moveTo>
                <a:lnTo>
                  <a:pt x="61000" y="4500"/>
                </a:lnTo>
                <a:lnTo>
                  <a:pt x="61000" y="0"/>
                </a:lnTo>
                <a:lnTo>
                  <a:pt x="74000" y="5500"/>
                </a:lnTo>
                <a:lnTo>
                  <a:pt x="61000" y="11000"/>
                </a:lnTo>
                <a:lnTo>
                  <a:pt x="6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1_p" descr="Editable shape; source id v1_p"/>
          <p:cNvSpPr/>
          <p:nvPr/>
        </p:nvSpPr>
        <p:spPr>
          <a:xfrm>
            <a:off x="7896622" y="2707806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1_p_t" descr="Editable text; source id v1_p_t"/>
          <p:cNvSpPr txBox="1"/>
          <p:nvPr/>
        </p:nvSpPr>
        <p:spPr>
          <a:xfrm>
            <a:off x="7979093" y="2749041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判读</a:t>
            </a:r>
          </a:p>
        </p:txBody>
      </p:sp>
      <p:sp>
        <p:nvSpPr>
          <p:cNvPr id="66" name="v1_0" descr="Editable line; source id v1_0"/>
          <p:cNvSpPr/>
          <p:nvPr/>
        </p:nvSpPr>
        <p:spPr>
          <a:xfrm>
            <a:off x="7903495" y="2814331"/>
            <a:ext cx="508573" cy="75599"/>
          </a:xfrm>
          <a:custGeom>
            <a:avLst/>
            <a:gdLst/>
            <a:ahLst/>
            <a:cxnLst/>
            <a:rect l="l" t="t" r="r" b="b"/>
            <a:pathLst>
              <a:path w="74000" h="11000">
                <a:moveTo>
                  <a:pt x="0" y="4500"/>
                </a:moveTo>
                <a:lnTo>
                  <a:pt x="61000" y="4500"/>
                </a:lnTo>
                <a:lnTo>
                  <a:pt x="61000" y="0"/>
                </a:lnTo>
                <a:lnTo>
                  <a:pt x="74000" y="5500"/>
                </a:lnTo>
                <a:lnTo>
                  <a:pt x="61000" y="11000"/>
                </a:lnTo>
                <a:lnTo>
                  <a:pt x="6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2_p" descr="Editable shape; source id v2_p"/>
          <p:cNvSpPr/>
          <p:nvPr/>
        </p:nvSpPr>
        <p:spPr>
          <a:xfrm>
            <a:off x="7896622" y="4013600"/>
            <a:ext cx="522317" cy="281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2_p_t" descr="Editable text; source id v2_p_t"/>
          <p:cNvSpPr txBox="1"/>
          <p:nvPr/>
        </p:nvSpPr>
        <p:spPr>
          <a:xfrm>
            <a:off x="7979093" y="4054836"/>
            <a:ext cx="357375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类比</a:t>
            </a:r>
          </a:p>
        </p:txBody>
      </p:sp>
      <p:cxnSp>
        <p:nvCxnSpPr>
          <p:cNvPr id="69" name="v2_0" descr="Editable line; source id v2_0"/>
          <p:cNvCxnSpPr/>
          <p:nvPr/>
        </p:nvCxnSpPr>
        <p:spPr>
          <a:xfrm>
            <a:off x="7903494" y="4157925"/>
            <a:ext cx="508573" cy="0"/>
          </a:xfrm>
          <a:prstGeom prst="line">
            <a:avLst/>
          </a:prstGeom>
          <a:ln w="13745">
            <a:solidFill>
              <a:srgbClr val="C48A24"/>
            </a:solidFill>
            <a:custDash>
              <a:ds d="600000" sp="40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