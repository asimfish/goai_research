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04837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合成与相控制的分类框架（第六轮：印刷字号 + 内容定尺寸；箭头一律由枢纽指向分支，全图只有一段虚线） [paper=bzso] [print_width_pt=435.2]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E" descr="Editable shape; source id zE"/>
          <p:cNvSpPr/>
          <p:nvPr/>
        </p:nvSpPr>
        <p:spPr>
          <a:xfrm>
            <a:off x="206374" y="206374"/>
            <a:ext cx="4349749" cy="5635624"/>
          </a:xfrm>
          <a:prstGeom prst="roundRect">
            <a:avLst>
              <a:gd name="adj" fmla="val 2554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E_l" descr="Editable text; source id zE_l"/>
          <p:cNvSpPr txBox="1"/>
          <p:nvPr/>
        </p:nvSpPr>
        <p:spPr>
          <a:xfrm>
            <a:off x="349249" y="285749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4" name="zL" descr="Editable shape; source id zL"/>
          <p:cNvSpPr/>
          <p:nvPr/>
        </p:nvSpPr>
        <p:spPr>
          <a:xfrm>
            <a:off x="6969124" y="206374"/>
            <a:ext cx="5016499" cy="5635624"/>
          </a:xfrm>
          <a:prstGeom prst="roundRect">
            <a:avLst>
              <a:gd name="adj" fmla="val 2215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L_l" descr="Editable text; source id zL_l"/>
          <p:cNvSpPr txBox="1"/>
          <p:nvPr/>
        </p:nvSpPr>
        <p:spPr>
          <a:xfrm>
            <a:off x="7111999" y="285749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6" name="hub" descr="Editable shape; source id hub"/>
          <p:cNvSpPr/>
          <p:nvPr/>
        </p:nvSpPr>
        <p:spPr>
          <a:xfrm>
            <a:off x="4810124" y="2246312"/>
            <a:ext cx="1904999" cy="2016124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hub_g_h0" descr="Editable line; source id hub_g_h0"/>
          <p:cNvCxnSpPr/>
          <p:nvPr/>
        </p:nvCxnSpPr>
        <p:spPr>
          <a:xfrm>
            <a:off x="5508624" y="2563812"/>
            <a:ext cx="508000" cy="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hub_g_v0" descr="Editable line; source id hub_g_v0"/>
          <p:cNvCxnSpPr/>
          <p:nvPr/>
        </p:nvCxnSpPr>
        <p:spPr>
          <a:xfrm>
            <a:off x="5508624" y="2563812"/>
            <a:ext cx="0" cy="50800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hub_g_h1" descr="Editable line; source id hub_g_h1"/>
          <p:cNvCxnSpPr/>
          <p:nvPr/>
        </p:nvCxnSpPr>
        <p:spPr>
          <a:xfrm>
            <a:off x="5508624" y="2817812"/>
            <a:ext cx="508000" cy="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ub_g_v1" descr="Editable line; source id hub_g_v1"/>
          <p:cNvCxnSpPr/>
          <p:nvPr/>
        </p:nvCxnSpPr>
        <p:spPr>
          <a:xfrm>
            <a:off x="5762624" y="2563812"/>
            <a:ext cx="0" cy="50800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hub_g_h2" descr="Editable line; source id hub_g_h2"/>
          <p:cNvCxnSpPr/>
          <p:nvPr/>
        </p:nvCxnSpPr>
        <p:spPr>
          <a:xfrm>
            <a:off x="5508624" y="3071812"/>
            <a:ext cx="508000" cy="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hub_g_v2" descr="Editable line; source id hub_g_v2"/>
          <p:cNvCxnSpPr/>
          <p:nvPr/>
        </p:nvCxnSpPr>
        <p:spPr>
          <a:xfrm>
            <a:off x="6016624" y="2563812"/>
            <a:ext cx="0" cy="50800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hub_g_d00" descr="Editable shape; source id hub_g_d00"/>
          <p:cNvSpPr/>
          <p:nvPr/>
        </p:nvSpPr>
        <p:spPr>
          <a:xfrm>
            <a:off x="5453062" y="2508249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ub_g_d01" descr="Editable shape; source id hub_g_d01"/>
          <p:cNvSpPr/>
          <p:nvPr/>
        </p:nvSpPr>
        <p:spPr>
          <a:xfrm>
            <a:off x="5453062" y="2762249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ub_g_d02" descr="Editable shape; source id hub_g_d02"/>
          <p:cNvSpPr/>
          <p:nvPr/>
        </p:nvSpPr>
        <p:spPr>
          <a:xfrm>
            <a:off x="5453062" y="3016249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ub_g_d10" descr="Editable shape; source id hub_g_d10"/>
          <p:cNvSpPr/>
          <p:nvPr/>
        </p:nvSpPr>
        <p:spPr>
          <a:xfrm>
            <a:off x="5707062" y="2508249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ub_g_d11" descr="Editable shape; source id hub_g_d11"/>
          <p:cNvSpPr/>
          <p:nvPr/>
        </p:nvSpPr>
        <p:spPr>
          <a:xfrm>
            <a:off x="5707062" y="2762249"/>
            <a:ext cx="111124" cy="1111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ub_g_d12" descr="Editable shape; source id hub_g_d12"/>
          <p:cNvSpPr/>
          <p:nvPr/>
        </p:nvSpPr>
        <p:spPr>
          <a:xfrm>
            <a:off x="5707062" y="3016249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ub_g_d20" descr="Editable shape; source id hub_g_d20"/>
          <p:cNvSpPr/>
          <p:nvPr/>
        </p:nvSpPr>
        <p:spPr>
          <a:xfrm>
            <a:off x="5961062" y="2508249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ub_g_d21" descr="Editable shape; source id hub_g_d21"/>
          <p:cNvSpPr/>
          <p:nvPr/>
        </p:nvSpPr>
        <p:spPr>
          <a:xfrm>
            <a:off x="5961062" y="2762249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ub_g_d22" descr="Editable shape; source id hub_g_d22"/>
          <p:cNvSpPr/>
          <p:nvPr/>
        </p:nvSpPr>
        <p:spPr>
          <a:xfrm>
            <a:off x="5961062" y="3016249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ub_t" descr="Editable text; source id hub_t"/>
          <p:cNvSpPr txBox="1"/>
          <p:nvPr/>
        </p:nvSpPr>
        <p:spPr>
          <a:xfrm>
            <a:off x="4905374" y="3294062"/>
            <a:ext cx="17144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281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93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BaZn2Si2O7</a:t>
            </a:r>
          </a:p>
        </p:txBody>
      </p:sp>
      <p:sp>
        <p:nvSpPr>
          <p:cNvPr id="23" name="hub_s" descr="Editable text; source id hub_s"/>
          <p:cNvSpPr txBox="1"/>
          <p:nvPr/>
        </p:nvSpPr>
        <p:spPr>
          <a:xfrm>
            <a:off x="4905374" y="3714749"/>
            <a:ext cx="1714499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目标相</a:t>
            </a:r>
          </a:p>
        </p:txBody>
      </p:sp>
      <p:sp>
        <p:nvSpPr>
          <p:cNvPr id="24" name="e1" descr="Editable shape; source id e1"/>
          <p:cNvSpPr/>
          <p:nvPr/>
        </p:nvSpPr>
        <p:spPr>
          <a:xfrm>
            <a:off x="333374" y="809624"/>
            <a:ext cx="3222624" cy="1079499"/>
          </a:xfrm>
          <a:prstGeom prst="roundRect">
            <a:avLst>
              <a:gd name="adj" fmla="val 661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1_b" descr="Editable shape; source id e1_b"/>
          <p:cNvSpPr/>
          <p:nvPr/>
        </p:nvSpPr>
        <p:spPr>
          <a:xfrm>
            <a:off x="333374" y="809624"/>
            <a:ext cx="47624" cy="1079499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e1_g_h0" descr="Editable line; source id e1_g_h0"/>
          <p:cNvCxnSpPr/>
          <p:nvPr/>
        </p:nvCxnSpPr>
        <p:spPr>
          <a:xfrm>
            <a:off x="547687" y="1230312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1_g_v0" descr="Editable line; source id e1_g_v0"/>
          <p:cNvCxnSpPr/>
          <p:nvPr/>
        </p:nvCxnSpPr>
        <p:spPr>
          <a:xfrm>
            <a:off x="547687" y="1230312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1_g_h1" descr="Editable line; source id e1_g_h1"/>
          <p:cNvCxnSpPr/>
          <p:nvPr/>
        </p:nvCxnSpPr>
        <p:spPr>
          <a:xfrm>
            <a:off x="547687" y="1349374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1_g_v1" descr="Editable line; source id e1_g_v1"/>
          <p:cNvCxnSpPr/>
          <p:nvPr/>
        </p:nvCxnSpPr>
        <p:spPr>
          <a:xfrm>
            <a:off x="666749" y="1230312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1_g_h2" descr="Editable line; source id e1_g_h2"/>
          <p:cNvCxnSpPr/>
          <p:nvPr/>
        </p:nvCxnSpPr>
        <p:spPr>
          <a:xfrm>
            <a:off x="547687" y="1468437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1_g_v2" descr="Editable line; source id e1_g_v2"/>
          <p:cNvCxnSpPr/>
          <p:nvPr/>
        </p:nvCxnSpPr>
        <p:spPr>
          <a:xfrm>
            <a:off x="785812" y="1230312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1_g_d00" descr="Editable shape; source id e1_g_d00"/>
          <p:cNvSpPr/>
          <p:nvPr/>
        </p:nvSpPr>
        <p:spPr>
          <a:xfrm>
            <a:off x="515937" y="119856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1_g_d01" descr="Editable shape; source id e1_g_d01"/>
          <p:cNvSpPr/>
          <p:nvPr/>
        </p:nvSpPr>
        <p:spPr>
          <a:xfrm>
            <a:off x="515937" y="132556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1_g_d02" descr="Editable shape; source id e1_g_d02"/>
          <p:cNvSpPr/>
          <p:nvPr/>
        </p:nvSpPr>
        <p:spPr>
          <a:xfrm>
            <a:off x="515937" y="1444624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1_g_d10" descr="Editable shape; source id e1_g_d10"/>
          <p:cNvSpPr/>
          <p:nvPr/>
        </p:nvSpPr>
        <p:spPr>
          <a:xfrm>
            <a:off x="642937" y="119856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1_g_d11" descr="Editable shape; source id e1_g_d11"/>
          <p:cNvSpPr/>
          <p:nvPr/>
        </p:nvSpPr>
        <p:spPr>
          <a:xfrm>
            <a:off x="642937" y="1325562"/>
            <a:ext cx="55562" cy="55562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1_g_d12" descr="Editable shape; source id e1_g_d12"/>
          <p:cNvSpPr/>
          <p:nvPr/>
        </p:nvSpPr>
        <p:spPr>
          <a:xfrm>
            <a:off x="642937" y="1444624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1_g_d20" descr="Editable shape; source id e1_g_d20"/>
          <p:cNvSpPr/>
          <p:nvPr/>
        </p:nvSpPr>
        <p:spPr>
          <a:xfrm>
            <a:off x="761999" y="119856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1_g_d21" descr="Editable shape; source id e1_g_d21"/>
          <p:cNvSpPr/>
          <p:nvPr/>
        </p:nvSpPr>
        <p:spPr>
          <a:xfrm>
            <a:off x="761999" y="132556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1_g_d22" descr="Editable shape; source id e1_g_d22"/>
          <p:cNvSpPr/>
          <p:nvPr/>
        </p:nvSpPr>
        <p:spPr>
          <a:xfrm>
            <a:off x="761999" y="1444624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1_t" descr="Editable text; source id e1_t"/>
          <p:cNvSpPr txBox="1"/>
          <p:nvPr/>
        </p:nvSpPr>
        <p:spPr>
          <a:xfrm>
            <a:off x="936624" y="944562"/>
            <a:ext cx="2524124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结构与多晶型</a:t>
            </a:r>
          </a:p>
        </p:txBody>
      </p:sp>
      <p:sp>
        <p:nvSpPr>
          <p:cNvPr id="42" name="e1_s" descr="Editable text; source id e1_s"/>
          <p:cNvSpPr txBox="1"/>
          <p:nvPr/>
        </p:nvSpPr>
        <p:spPr>
          <a:xfrm>
            <a:off x="936624" y="1381124"/>
            <a:ext cx="2524124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相变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配位</a:t>
            </a:r>
          </a:p>
        </p:txBody>
      </p:sp>
      <p:sp>
        <p:nvSpPr>
          <p:cNvPr id="43" name="e2" descr="Editable shape; source id e2"/>
          <p:cNvSpPr/>
          <p:nvPr/>
        </p:nvSpPr>
        <p:spPr>
          <a:xfrm>
            <a:off x="333374" y="2079624"/>
            <a:ext cx="3222624" cy="1079499"/>
          </a:xfrm>
          <a:prstGeom prst="roundRect">
            <a:avLst>
              <a:gd name="adj" fmla="val 661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2_b" descr="Editable shape; source id e2_b"/>
          <p:cNvSpPr/>
          <p:nvPr/>
        </p:nvSpPr>
        <p:spPr>
          <a:xfrm>
            <a:off x="333374" y="2079624"/>
            <a:ext cx="47624" cy="1079499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e2_g_n_0" descr="Editable line; source id e2_g_n_0"/>
          <p:cNvCxnSpPr/>
          <p:nvPr/>
        </p:nvCxnSpPr>
        <p:spPr>
          <a:xfrm>
            <a:off x="627062" y="2468562"/>
            <a:ext cx="0" cy="1031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2_g_n_1" descr="Editable line; source id e2_g_n_1"/>
          <p:cNvCxnSpPr/>
          <p:nvPr/>
        </p:nvCxnSpPr>
        <p:spPr>
          <a:xfrm flipH="1">
            <a:off x="531812" y="2571749"/>
            <a:ext cx="95250" cy="190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2_g_n_2" descr="Editable line; source id e2_g_n_2"/>
          <p:cNvCxnSpPr/>
          <p:nvPr/>
        </p:nvCxnSpPr>
        <p:spPr>
          <a:xfrm>
            <a:off x="531812" y="2762249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2_g_n_3" descr="Editable line; source id e2_g_n_3"/>
          <p:cNvCxnSpPr/>
          <p:nvPr/>
        </p:nvCxnSpPr>
        <p:spPr>
          <a:xfrm flipH="1" flipV="1">
            <a:off x="706437" y="2571749"/>
            <a:ext cx="95250" cy="190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2_g_n_4" descr="Editable line; source id e2_g_n_4"/>
          <p:cNvCxnSpPr/>
          <p:nvPr/>
        </p:nvCxnSpPr>
        <p:spPr>
          <a:xfrm flipV="1">
            <a:off x="706437" y="2468562"/>
            <a:ext cx="0" cy="1031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e2_g_m" descr="Editable line; source id e2_g_m"/>
          <p:cNvCxnSpPr/>
          <p:nvPr/>
        </p:nvCxnSpPr>
        <p:spPr>
          <a:xfrm>
            <a:off x="611187" y="2468562"/>
            <a:ext cx="111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e2_g_d1" descr="Editable shape; source id e2_g_d1"/>
          <p:cNvSpPr/>
          <p:nvPr/>
        </p:nvSpPr>
        <p:spPr>
          <a:xfrm>
            <a:off x="619124" y="2682874"/>
            <a:ext cx="31749" cy="3174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2_g_d2" descr="Editable shape; source id e2_g_d2"/>
          <p:cNvSpPr/>
          <p:nvPr/>
        </p:nvSpPr>
        <p:spPr>
          <a:xfrm>
            <a:off x="682624" y="2706687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2_t" descr="Editable text; source id e2_t"/>
          <p:cNvSpPr txBox="1"/>
          <p:nvPr/>
        </p:nvSpPr>
        <p:spPr>
          <a:xfrm>
            <a:off x="936624" y="2214562"/>
            <a:ext cx="2524124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合成路线</a:t>
            </a:r>
          </a:p>
        </p:txBody>
      </p:sp>
      <p:sp>
        <p:nvSpPr>
          <p:cNvPr id="54" name="e2_s" descr="Editable text; source id e2_s"/>
          <p:cNvSpPr txBox="1"/>
          <p:nvPr/>
        </p:nvSpPr>
        <p:spPr>
          <a:xfrm>
            <a:off x="936624" y="2651124"/>
            <a:ext cx="2524124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固相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溶胶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凝胶</a:t>
            </a:r>
          </a:p>
        </p:txBody>
      </p:sp>
      <p:sp>
        <p:nvSpPr>
          <p:cNvPr id="55" name="e3" descr="Editable shape; source id e3"/>
          <p:cNvSpPr/>
          <p:nvPr/>
        </p:nvSpPr>
        <p:spPr>
          <a:xfrm>
            <a:off x="333374" y="3349624"/>
            <a:ext cx="3222624" cy="1079499"/>
          </a:xfrm>
          <a:prstGeom prst="roundRect">
            <a:avLst>
              <a:gd name="adj" fmla="val 661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3_b" descr="Editable shape; source id e3_b"/>
          <p:cNvSpPr/>
          <p:nvPr/>
        </p:nvSpPr>
        <p:spPr>
          <a:xfrm>
            <a:off x="333374" y="3349624"/>
            <a:ext cx="47624" cy="1079499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3_g_t" descr="Editable shape; source id e3_g_t"/>
          <p:cNvSpPr/>
          <p:nvPr/>
        </p:nvSpPr>
        <p:spPr>
          <a:xfrm>
            <a:off x="627062" y="3730624"/>
            <a:ext cx="79374" cy="222249"/>
          </a:xfrm>
          <a:prstGeom prst="roundRect">
            <a:avLst>
              <a:gd name="adj" fmla="val 48000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3_g_b" descr="Editable shape; source id e3_g_b"/>
          <p:cNvSpPr/>
          <p:nvPr/>
        </p:nvSpPr>
        <p:spPr>
          <a:xfrm>
            <a:off x="603249" y="3944937"/>
            <a:ext cx="119062" cy="11906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e3_g_m0" descr="Editable line; source id e3_g_m0"/>
          <p:cNvCxnSpPr/>
          <p:nvPr/>
        </p:nvCxnSpPr>
        <p:spPr>
          <a:xfrm>
            <a:off x="714374" y="3794124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3_g_m1" descr="Editable line; source id e3_g_m1"/>
          <p:cNvCxnSpPr/>
          <p:nvPr/>
        </p:nvCxnSpPr>
        <p:spPr>
          <a:xfrm>
            <a:off x="714374" y="3833812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3_g_m2" descr="Editable line; source id e3_g_m2"/>
          <p:cNvCxnSpPr/>
          <p:nvPr/>
        </p:nvCxnSpPr>
        <p:spPr>
          <a:xfrm>
            <a:off x="714374" y="3881437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3_t" descr="Editable text; source id e3_t"/>
          <p:cNvSpPr txBox="1"/>
          <p:nvPr/>
        </p:nvSpPr>
        <p:spPr>
          <a:xfrm>
            <a:off x="936624" y="3484562"/>
            <a:ext cx="2524124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组成与热处理</a:t>
            </a:r>
          </a:p>
        </p:txBody>
      </p:sp>
      <p:sp>
        <p:nvSpPr>
          <p:cNvPr id="63" name="e3_s" descr="Editable text; source id e3_s"/>
          <p:cNvSpPr txBox="1"/>
          <p:nvPr/>
        </p:nvSpPr>
        <p:spPr>
          <a:xfrm>
            <a:off x="936624" y="3921124"/>
            <a:ext cx="2524124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Ba/Sr · Zn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位</a:t>
            </a:r>
          </a:p>
        </p:txBody>
      </p:sp>
      <p:sp>
        <p:nvSpPr>
          <p:cNvPr id="64" name="e4" descr="Editable shape; source id e4"/>
          <p:cNvSpPr/>
          <p:nvPr/>
        </p:nvSpPr>
        <p:spPr>
          <a:xfrm>
            <a:off x="333374" y="4619624"/>
            <a:ext cx="3222624" cy="1079499"/>
          </a:xfrm>
          <a:prstGeom prst="roundRect">
            <a:avLst>
              <a:gd name="adj" fmla="val 661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4_b" descr="Editable shape; source id e4_b"/>
          <p:cNvSpPr/>
          <p:nvPr/>
        </p:nvSpPr>
        <p:spPr>
          <a:xfrm>
            <a:off x="333374" y="4619624"/>
            <a:ext cx="47624" cy="1079499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e4_g_a_0" descr="Editable line; source id e4_g_a_0"/>
          <p:cNvCxnSpPr/>
          <p:nvPr/>
        </p:nvCxnSpPr>
        <p:spPr>
          <a:xfrm flipH="1" flipV="1">
            <a:off x="571499" y="5143499"/>
            <a:ext cx="47625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4_g_a_1" descr="Editable line; source id e4_g_a_1"/>
          <p:cNvCxnSpPr/>
          <p:nvPr/>
        </p:nvCxnSpPr>
        <p:spPr>
          <a:xfrm flipV="1">
            <a:off x="571499" y="5048249"/>
            <a:ext cx="55563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e4_g_a_2" descr="Editable line; source id e4_g_a_2"/>
          <p:cNvCxnSpPr/>
          <p:nvPr/>
        </p:nvCxnSpPr>
        <p:spPr>
          <a:xfrm>
            <a:off x="627062" y="5048249"/>
            <a:ext cx="47625" cy="111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4_g_a_3" descr="Editable line; source id e4_g_a_3"/>
          <p:cNvCxnSpPr/>
          <p:nvPr/>
        </p:nvCxnSpPr>
        <p:spPr>
          <a:xfrm flipH="1">
            <a:off x="619124" y="5159374"/>
            <a:ext cx="55563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4_g_b_0" descr="Editable line; source id e4_g_b_0"/>
          <p:cNvCxnSpPr/>
          <p:nvPr/>
        </p:nvCxnSpPr>
        <p:spPr>
          <a:xfrm flipH="1" flipV="1">
            <a:off x="682624" y="5175249"/>
            <a:ext cx="31750" cy="142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e4_g_b_1" descr="Editable line; source id e4_g_b_1"/>
          <p:cNvCxnSpPr/>
          <p:nvPr/>
        </p:nvCxnSpPr>
        <p:spPr>
          <a:xfrm flipV="1">
            <a:off x="682624" y="5095874"/>
            <a:ext cx="55563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4_g_b_2" descr="Editable line; source id e4_g_b_2"/>
          <p:cNvCxnSpPr/>
          <p:nvPr/>
        </p:nvCxnSpPr>
        <p:spPr>
          <a:xfrm>
            <a:off x="738187" y="5095874"/>
            <a:ext cx="39687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4_g_b_3" descr="Editable line; source id e4_g_b_3"/>
          <p:cNvCxnSpPr/>
          <p:nvPr/>
        </p:nvCxnSpPr>
        <p:spPr>
          <a:xfrm flipH="1">
            <a:off x="754062" y="5191124"/>
            <a:ext cx="23812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e4_t" descr="Editable text; source id e4_t"/>
          <p:cNvSpPr txBox="1"/>
          <p:nvPr/>
        </p:nvSpPr>
        <p:spPr>
          <a:xfrm>
            <a:off x="936624" y="4754562"/>
            <a:ext cx="2524124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玻璃析晶</a:t>
            </a:r>
          </a:p>
        </p:txBody>
      </p:sp>
      <p:sp>
        <p:nvSpPr>
          <p:cNvPr id="75" name="e4_s" descr="Editable text; source id e4_s"/>
          <p:cNvSpPr txBox="1"/>
          <p:nvPr/>
        </p:nvSpPr>
        <p:spPr>
          <a:xfrm>
            <a:off x="936624" y="5191124"/>
            <a:ext cx="2524124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成核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生长</a:t>
            </a:r>
          </a:p>
        </p:txBody>
      </p:sp>
      <p:sp>
        <p:nvSpPr>
          <p:cNvPr id="76" name="l1" descr="Editable shape; source id l1"/>
          <p:cNvSpPr/>
          <p:nvPr/>
        </p:nvSpPr>
        <p:spPr>
          <a:xfrm>
            <a:off x="7969249" y="809624"/>
            <a:ext cx="3889374" cy="1420812"/>
          </a:xfrm>
          <a:prstGeom prst="roundRect">
            <a:avLst>
              <a:gd name="adj" fmla="val 502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1_b" descr="Editable shape; source id l1_b"/>
          <p:cNvSpPr/>
          <p:nvPr/>
        </p:nvSpPr>
        <p:spPr>
          <a:xfrm>
            <a:off x="7969249" y="809624"/>
            <a:ext cx="47624" cy="1420812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1_g_a" descr="Editable shape; source id l1_g_a"/>
          <p:cNvSpPr/>
          <p:nvPr/>
        </p:nvSpPr>
        <p:spPr>
          <a:xfrm>
            <a:off x="8247062" y="1357312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l1_g_b" descr="Editable shape; source id l1_g_b"/>
          <p:cNvSpPr/>
          <p:nvPr/>
        </p:nvSpPr>
        <p:spPr>
          <a:xfrm>
            <a:off x="8135937" y="1555749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1_g_c" descr="Editable shape; source id l1_g_c"/>
          <p:cNvSpPr/>
          <p:nvPr/>
        </p:nvSpPr>
        <p:spPr>
          <a:xfrm>
            <a:off x="8366124" y="1555749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l1_g_l" descr="Editable line; source id l1_g_l"/>
          <p:cNvCxnSpPr/>
          <p:nvPr/>
        </p:nvCxnSpPr>
        <p:spPr>
          <a:xfrm flipH="1">
            <a:off x="8191499" y="1468437"/>
            <a:ext cx="111125" cy="8731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1_g_r" descr="Editable line; source id l1_g_r"/>
          <p:cNvCxnSpPr/>
          <p:nvPr/>
        </p:nvCxnSpPr>
        <p:spPr>
          <a:xfrm>
            <a:off x="8302624" y="1468437"/>
            <a:ext cx="111125" cy="8731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l1_t" descr="Editable text; source id l1_t"/>
          <p:cNvSpPr txBox="1"/>
          <p:nvPr/>
        </p:nvSpPr>
        <p:spPr>
          <a:xfrm>
            <a:off x="8572499" y="1111249"/>
            <a:ext cx="3190874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近邻体系</a:t>
            </a:r>
          </a:p>
        </p:txBody>
      </p:sp>
      <p:sp>
        <p:nvSpPr>
          <p:cNvPr id="84" name="l1_s" descr="Editable text; source id l1_s"/>
          <p:cNvSpPr txBox="1"/>
          <p:nvPr/>
        </p:nvSpPr>
        <p:spPr>
          <a:xfrm>
            <a:off x="8572499" y="1547812"/>
            <a:ext cx="3190874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Ba2ZnSi2O7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等</a:t>
            </a:r>
          </a:p>
        </p:txBody>
      </p:sp>
      <p:sp>
        <p:nvSpPr>
          <p:cNvPr id="85" name="l2" descr="Editable shape; source id l2"/>
          <p:cNvSpPr/>
          <p:nvPr/>
        </p:nvSpPr>
        <p:spPr>
          <a:xfrm>
            <a:off x="7969249" y="2547937"/>
            <a:ext cx="3889374" cy="1420812"/>
          </a:xfrm>
          <a:prstGeom prst="roundRect">
            <a:avLst>
              <a:gd name="adj" fmla="val 502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l2_b" descr="Editable shape; source id l2_b"/>
          <p:cNvSpPr/>
          <p:nvPr/>
        </p:nvSpPr>
        <p:spPr>
          <a:xfrm>
            <a:off x="7969249" y="2547937"/>
            <a:ext cx="47624" cy="1420812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l2_g_b" descr="Editable shape; source id l2_g_b"/>
          <p:cNvSpPr/>
          <p:nvPr/>
        </p:nvSpPr>
        <p:spPr>
          <a:xfrm>
            <a:off x="8159749" y="3143249"/>
            <a:ext cx="285749" cy="238124"/>
          </a:xfrm>
          <a:prstGeom prst="rect">
            <a:avLst/>
          </a:prstGeom>
          <a:noFill/>
          <a:ln w="18216">
            <a:solidFill>
              <a:srgbClr val="111A24"/>
            </a:solidFill>
            <a:custDash>
              <a:ds d="146405" sp="125490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l2_t" descr="Editable text; source id l2_t"/>
          <p:cNvSpPr txBox="1"/>
          <p:nvPr/>
        </p:nvSpPr>
        <p:spPr>
          <a:xfrm>
            <a:off x="8572499" y="2849562"/>
            <a:ext cx="3190874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</a:p>
        </p:txBody>
      </p:sp>
      <p:sp>
        <p:nvSpPr>
          <p:cNvPr id="89" name="l2_s" descr="Editable text; source id l2_s"/>
          <p:cNvSpPr txBox="1"/>
          <p:nvPr/>
        </p:nvSpPr>
        <p:spPr>
          <a:xfrm>
            <a:off x="8572499" y="3286124"/>
            <a:ext cx="3190874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直接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近邻</a:t>
            </a:r>
            <a:r>
              <a:rPr sz="174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推断</a:t>
            </a:r>
          </a:p>
        </p:txBody>
      </p:sp>
      <p:sp>
        <p:nvSpPr>
          <p:cNvPr id="90" name="l3" descr="Editable shape; source id l3"/>
          <p:cNvSpPr/>
          <p:nvPr/>
        </p:nvSpPr>
        <p:spPr>
          <a:xfrm>
            <a:off x="7969249" y="4278312"/>
            <a:ext cx="3889374" cy="1420812"/>
          </a:xfrm>
          <a:prstGeom prst="roundRect">
            <a:avLst>
              <a:gd name="adj" fmla="val 5027"/>
            </a:avLst>
          </a:prstGeom>
          <a:solidFill>
            <a:srgbClr val="FFFAF0"/>
          </a:solidFill>
          <a:ln w="15081">
            <a:solidFill>
              <a:srgbClr val="C48A24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3_g_a" descr="Editable shape; source id l3_g_a"/>
          <p:cNvSpPr/>
          <p:nvPr/>
        </p:nvSpPr>
        <p:spPr>
          <a:xfrm>
            <a:off x="8247062" y="4833937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l3_g_b" descr="Editable shape; source id l3_g_b"/>
          <p:cNvSpPr/>
          <p:nvPr/>
        </p:nvSpPr>
        <p:spPr>
          <a:xfrm>
            <a:off x="8135937" y="5024437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3_g_c" descr="Editable shape; source id l3_g_c"/>
          <p:cNvSpPr/>
          <p:nvPr/>
        </p:nvSpPr>
        <p:spPr>
          <a:xfrm>
            <a:off x="8366124" y="5024437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l3_g_l" descr="Editable line; source id l3_g_l"/>
          <p:cNvCxnSpPr/>
          <p:nvPr/>
        </p:nvCxnSpPr>
        <p:spPr>
          <a:xfrm flipH="1">
            <a:off x="8191499" y="4937124"/>
            <a:ext cx="111125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l3_g_r" descr="Editable line; source id l3_g_r"/>
          <p:cNvCxnSpPr/>
          <p:nvPr/>
        </p:nvCxnSpPr>
        <p:spPr>
          <a:xfrm>
            <a:off x="8302624" y="4937124"/>
            <a:ext cx="111125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l3_t" descr="Editable text; source id l3_t"/>
          <p:cNvSpPr txBox="1"/>
          <p:nvPr/>
        </p:nvSpPr>
        <p:spPr>
          <a:xfrm>
            <a:off x="8572499" y="4587874"/>
            <a:ext cx="3190874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81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93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97" name="l3_s" descr="Editable text; source id l3_s"/>
          <p:cNvSpPr txBox="1"/>
          <p:nvPr/>
        </p:nvSpPr>
        <p:spPr>
          <a:xfrm>
            <a:off x="8572499" y="5024437"/>
            <a:ext cx="3190874" cy="373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未见直接报道</a:t>
            </a:r>
          </a:p>
        </p:txBody>
      </p:sp>
      <p:cxnSp>
        <p:nvCxnSpPr>
          <p:cNvPr id="98" name="sl_0" descr="Editable line; source id sl_0"/>
          <p:cNvCxnSpPr/>
          <p:nvPr/>
        </p:nvCxnSpPr>
        <p:spPr>
          <a:xfrm flipH="1">
            <a:off x="4317999" y="3254374"/>
            <a:ext cx="452438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lv_0" descr="Editable line; source id slv_0"/>
          <p:cNvCxnSpPr/>
          <p:nvPr/>
        </p:nvCxnSpPr>
        <p:spPr>
          <a:xfrm>
            <a:off x="4317999" y="1349374"/>
            <a:ext cx="0" cy="381000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_e1_0" descr="Editable line; source id s_e1_0"/>
          <p:cNvSpPr/>
          <p:nvPr/>
        </p:nvSpPr>
        <p:spPr>
          <a:xfrm>
            <a:off x="3587750" y="1301750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92000" y="7250"/>
                </a:moveTo>
                <a:lnTo>
                  <a:pt x="15000" y="7250"/>
                </a:lnTo>
                <a:lnTo>
                  <a:pt x="15000" y="12000"/>
                </a:lnTo>
                <a:lnTo>
                  <a:pt x="0" y="6000"/>
                </a:lnTo>
                <a:lnTo>
                  <a:pt x="15000" y="0"/>
                </a:lnTo>
                <a:lnTo>
                  <a:pt x="15000" y="4750"/>
                </a:lnTo>
                <a:lnTo>
                  <a:pt x="92000" y="47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_e1_p" descr="Editable shape; source id s_e1_p"/>
          <p:cNvSpPr/>
          <p:nvPr/>
        </p:nvSpPr>
        <p:spPr>
          <a:xfrm>
            <a:off x="3587749" y="881062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s_e1_p_t" descr="Editable text; source id s_e1_p_t"/>
          <p:cNvSpPr txBox="1"/>
          <p:nvPr/>
        </p:nvSpPr>
        <p:spPr>
          <a:xfrm>
            <a:off x="3667124" y="912812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103" name="s_e2_0" descr="Editable line; source id s_e2_0"/>
          <p:cNvSpPr/>
          <p:nvPr/>
        </p:nvSpPr>
        <p:spPr>
          <a:xfrm>
            <a:off x="3587750" y="2571750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92000" y="7250"/>
                </a:moveTo>
                <a:lnTo>
                  <a:pt x="15000" y="7250"/>
                </a:lnTo>
                <a:lnTo>
                  <a:pt x="15000" y="12000"/>
                </a:lnTo>
                <a:lnTo>
                  <a:pt x="0" y="6000"/>
                </a:lnTo>
                <a:lnTo>
                  <a:pt x="15000" y="0"/>
                </a:lnTo>
                <a:lnTo>
                  <a:pt x="15000" y="4750"/>
                </a:lnTo>
                <a:lnTo>
                  <a:pt x="92000" y="47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_e2_p" descr="Editable shape; source id s_e2_p"/>
          <p:cNvSpPr/>
          <p:nvPr/>
        </p:nvSpPr>
        <p:spPr>
          <a:xfrm>
            <a:off x="3587749" y="2151062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s_e2_p_t" descr="Editable text; source id s_e2_p_t"/>
          <p:cNvSpPr txBox="1"/>
          <p:nvPr/>
        </p:nvSpPr>
        <p:spPr>
          <a:xfrm>
            <a:off x="3667124" y="2182812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制备</a:t>
            </a:r>
          </a:p>
        </p:txBody>
      </p:sp>
      <p:sp>
        <p:nvSpPr>
          <p:cNvPr id="106" name="s_e3_0" descr="Editable line; source id s_e3_0"/>
          <p:cNvSpPr/>
          <p:nvPr/>
        </p:nvSpPr>
        <p:spPr>
          <a:xfrm>
            <a:off x="3587750" y="3841750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92000" y="7250"/>
                </a:moveTo>
                <a:lnTo>
                  <a:pt x="15000" y="7250"/>
                </a:lnTo>
                <a:lnTo>
                  <a:pt x="15000" y="12000"/>
                </a:lnTo>
                <a:lnTo>
                  <a:pt x="0" y="6000"/>
                </a:lnTo>
                <a:lnTo>
                  <a:pt x="15000" y="0"/>
                </a:lnTo>
                <a:lnTo>
                  <a:pt x="15000" y="4750"/>
                </a:lnTo>
                <a:lnTo>
                  <a:pt x="92000" y="47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_e3_p" descr="Editable shape; source id s_e3_p"/>
          <p:cNvSpPr/>
          <p:nvPr/>
        </p:nvSpPr>
        <p:spPr>
          <a:xfrm>
            <a:off x="3587749" y="3421062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_e3_p_t" descr="Editable text; source id s_e3_p_t"/>
          <p:cNvSpPr txBox="1"/>
          <p:nvPr/>
        </p:nvSpPr>
        <p:spPr>
          <a:xfrm>
            <a:off x="3667124" y="3452812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变量</a:t>
            </a:r>
          </a:p>
        </p:txBody>
      </p:sp>
      <p:sp>
        <p:nvSpPr>
          <p:cNvPr id="109" name="s_e4_0" descr="Editable line; source id s_e4_0"/>
          <p:cNvSpPr/>
          <p:nvPr/>
        </p:nvSpPr>
        <p:spPr>
          <a:xfrm>
            <a:off x="3587750" y="5111750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92000" y="7250"/>
                </a:moveTo>
                <a:lnTo>
                  <a:pt x="15000" y="7250"/>
                </a:lnTo>
                <a:lnTo>
                  <a:pt x="15000" y="12000"/>
                </a:lnTo>
                <a:lnTo>
                  <a:pt x="0" y="6000"/>
                </a:lnTo>
                <a:lnTo>
                  <a:pt x="15000" y="0"/>
                </a:lnTo>
                <a:lnTo>
                  <a:pt x="15000" y="4750"/>
                </a:lnTo>
                <a:lnTo>
                  <a:pt x="92000" y="47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_e4_p" descr="Editable shape; source id s_e4_p"/>
          <p:cNvSpPr/>
          <p:nvPr/>
        </p:nvSpPr>
        <p:spPr>
          <a:xfrm>
            <a:off x="3587749" y="4691062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s_e4_p_t" descr="Editable text; source id s_e4_p_t"/>
          <p:cNvSpPr txBox="1"/>
          <p:nvPr/>
        </p:nvSpPr>
        <p:spPr>
          <a:xfrm>
            <a:off x="3667124" y="4722812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晶化</a:t>
            </a:r>
          </a:p>
        </p:txBody>
      </p:sp>
      <p:cxnSp>
        <p:nvCxnSpPr>
          <p:cNvPr id="112" name="sr_0" descr="Editable line; source id sr_0"/>
          <p:cNvCxnSpPr/>
          <p:nvPr/>
        </p:nvCxnSpPr>
        <p:spPr>
          <a:xfrm>
            <a:off x="6754812" y="3254374"/>
            <a:ext cx="452437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rv_0" descr="Editable line; source id srv_0"/>
          <p:cNvCxnSpPr/>
          <p:nvPr/>
        </p:nvCxnSpPr>
        <p:spPr>
          <a:xfrm>
            <a:off x="7207249" y="1516062"/>
            <a:ext cx="0" cy="3476625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v_l1_0" descr="Editable line; source id v_l1_0"/>
          <p:cNvSpPr/>
          <p:nvPr/>
        </p:nvSpPr>
        <p:spPr>
          <a:xfrm>
            <a:off x="7207250" y="1468437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0" y="4750"/>
                </a:moveTo>
                <a:lnTo>
                  <a:pt x="77000" y="4750"/>
                </a:lnTo>
                <a:lnTo>
                  <a:pt x="77000" y="0"/>
                </a:lnTo>
                <a:lnTo>
                  <a:pt x="92000" y="6000"/>
                </a:lnTo>
                <a:lnTo>
                  <a:pt x="77000" y="12000"/>
                </a:lnTo>
                <a:lnTo>
                  <a:pt x="7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v_l1_p" descr="Editable shape; source id v_l1_p"/>
          <p:cNvSpPr/>
          <p:nvPr/>
        </p:nvSpPr>
        <p:spPr>
          <a:xfrm>
            <a:off x="7238999" y="1047749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v_l1_p_t" descr="Editable text; source id v_l1_p_t"/>
          <p:cNvSpPr txBox="1"/>
          <p:nvPr/>
        </p:nvSpPr>
        <p:spPr>
          <a:xfrm>
            <a:off x="7318374" y="1079499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近邻</a:t>
            </a:r>
          </a:p>
        </p:txBody>
      </p:sp>
      <p:sp>
        <p:nvSpPr>
          <p:cNvPr id="117" name="v_l2_0" descr="Editable line; source id v_l2_0"/>
          <p:cNvSpPr/>
          <p:nvPr/>
        </p:nvSpPr>
        <p:spPr>
          <a:xfrm>
            <a:off x="7207250" y="3206750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0" y="4750"/>
                </a:moveTo>
                <a:lnTo>
                  <a:pt x="77000" y="4750"/>
                </a:lnTo>
                <a:lnTo>
                  <a:pt x="77000" y="0"/>
                </a:lnTo>
                <a:lnTo>
                  <a:pt x="92000" y="6000"/>
                </a:lnTo>
                <a:lnTo>
                  <a:pt x="77000" y="12000"/>
                </a:lnTo>
                <a:lnTo>
                  <a:pt x="7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v_l2_p" descr="Editable shape; source id v_l2_p"/>
          <p:cNvSpPr/>
          <p:nvPr/>
        </p:nvSpPr>
        <p:spPr>
          <a:xfrm>
            <a:off x="7238999" y="2786062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v_l2_p_t" descr="Editable text; source id v_l2_p_t"/>
          <p:cNvSpPr txBox="1"/>
          <p:nvPr/>
        </p:nvSpPr>
        <p:spPr>
          <a:xfrm>
            <a:off x="7318374" y="2817812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判读</a:t>
            </a:r>
          </a:p>
        </p:txBody>
      </p:sp>
      <p:cxnSp>
        <p:nvCxnSpPr>
          <p:cNvPr id="120" name="v_l3_0" descr="Editable line; source id v_l3_0"/>
          <p:cNvCxnSpPr/>
          <p:nvPr/>
        </p:nvCxnSpPr>
        <p:spPr>
          <a:xfrm>
            <a:off x="7207249" y="4992687"/>
            <a:ext cx="730250" cy="0"/>
          </a:xfrm>
          <a:prstGeom prst="line">
            <a:avLst/>
          </a:prstGeom>
          <a:ln w="19843">
            <a:solidFill>
              <a:srgbClr val="C48A24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v_l3_p" descr="Editable shape; source id v_l3_p"/>
          <p:cNvSpPr/>
          <p:nvPr/>
        </p:nvSpPr>
        <p:spPr>
          <a:xfrm>
            <a:off x="7238999" y="4524374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v_l3_p_t" descr="Editable text; source id v_l3_p_t"/>
          <p:cNvSpPr txBox="1"/>
          <p:nvPr/>
        </p:nvSpPr>
        <p:spPr>
          <a:xfrm>
            <a:off x="7318374" y="4556124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类比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