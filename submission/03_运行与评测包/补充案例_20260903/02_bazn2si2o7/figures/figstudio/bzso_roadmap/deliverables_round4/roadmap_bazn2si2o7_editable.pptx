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1437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综述路线图（super_teaser 第四轮 R05 → super_img2ppt 重建；单行六卡改为 3+3 两行，为的是在 \linewidth 下卡内文字仍可读）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38124" y="317499"/>
            <a:ext cx="11715749" cy="3095624"/>
          </a:xfrm>
          <a:prstGeom prst="roundRect">
            <a:avLst>
              <a:gd name="adj" fmla="val 3589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80999" y="396874"/>
            <a:ext cx="9683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238124" y="3730624"/>
            <a:ext cx="11715749" cy="3095624"/>
          </a:xfrm>
          <a:prstGeom prst="roundRect">
            <a:avLst>
              <a:gd name="adj" fmla="val 3589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380999" y="3809999"/>
            <a:ext cx="9683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714374" y="793749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a" descr="Editable shape; source id n1_a"/>
          <p:cNvSpPr/>
          <p:nvPr/>
        </p:nvSpPr>
        <p:spPr>
          <a:xfrm>
            <a:off x="714374" y="793749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t" descr="Editable text; source id n1_t"/>
          <p:cNvSpPr txBox="1"/>
          <p:nvPr/>
        </p:nvSpPr>
        <p:spPr>
          <a:xfrm>
            <a:off x="888999" y="1127124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sp>
        <p:nvSpPr>
          <p:cNvPr id="9" name="n1_n" descr="Editable text; source id n1_n"/>
          <p:cNvSpPr txBox="1"/>
          <p:nvPr/>
        </p:nvSpPr>
        <p:spPr>
          <a:xfrm>
            <a:off x="888999" y="904874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cxnSp>
        <p:nvCxnSpPr>
          <p:cNvPr id="10" name="n1_g_o_0" descr="Editable line; source id n1_g_o_0"/>
          <p:cNvCxnSpPr/>
          <p:nvPr/>
        </p:nvCxnSpPr>
        <p:spPr>
          <a:xfrm>
            <a:off x="2222499" y="1643062"/>
            <a:ext cx="293688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n1_g_o_1" descr="Editable line; source id n1_g_o_1"/>
          <p:cNvCxnSpPr/>
          <p:nvPr/>
        </p:nvCxnSpPr>
        <p:spPr>
          <a:xfrm flipH="1">
            <a:off x="2381249" y="1833562"/>
            <a:ext cx="134938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n1_g_o_2" descr="Editable line; source id n1_g_o_2"/>
          <p:cNvCxnSpPr/>
          <p:nvPr/>
        </p:nvCxnSpPr>
        <p:spPr>
          <a:xfrm flipH="1">
            <a:off x="2063749" y="2230437"/>
            <a:ext cx="31750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n1_g_o_3" descr="Editable line; source id n1_g_o_3"/>
          <p:cNvCxnSpPr/>
          <p:nvPr/>
        </p:nvCxnSpPr>
        <p:spPr>
          <a:xfrm flipH="1" flipV="1">
            <a:off x="1928812" y="1833562"/>
            <a:ext cx="134937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1_g_o_4" descr="Editable line; source id n1_g_o_4"/>
          <p:cNvCxnSpPr/>
          <p:nvPr/>
        </p:nvCxnSpPr>
        <p:spPr>
          <a:xfrm flipV="1">
            <a:off x="1928812" y="1643062"/>
            <a:ext cx="293687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n1_g_a" descr="Editable line; source id n1_g_a"/>
          <p:cNvCxnSpPr/>
          <p:nvPr/>
        </p:nvCxnSpPr>
        <p:spPr>
          <a:xfrm>
            <a:off x="2222499" y="1643062"/>
            <a:ext cx="0" cy="587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n1_g_b" descr="Editable line; source id n1_g_b"/>
          <p:cNvCxnSpPr/>
          <p:nvPr/>
        </p:nvCxnSpPr>
        <p:spPr>
          <a:xfrm>
            <a:off x="1928812" y="1833562"/>
            <a:ext cx="587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n1_s" descr="Editable shape; source id n1_s"/>
          <p:cNvSpPr/>
          <p:nvPr/>
        </p:nvSpPr>
        <p:spPr>
          <a:xfrm>
            <a:off x="904874" y="2428874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1_s_t" descr="Editable text; source id n1_s_t"/>
          <p:cNvSpPr txBox="1"/>
          <p:nvPr/>
        </p:nvSpPr>
        <p:spPr>
          <a:xfrm>
            <a:off x="960437" y="2460624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sp>
        <p:nvSpPr>
          <p:cNvPr id="19" name="n2" descr="Editable shape; source id n2"/>
          <p:cNvSpPr/>
          <p:nvPr/>
        </p:nvSpPr>
        <p:spPr>
          <a:xfrm>
            <a:off x="4683124" y="793749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2_a" descr="Editable shape; source id n2_a"/>
          <p:cNvSpPr/>
          <p:nvPr/>
        </p:nvSpPr>
        <p:spPr>
          <a:xfrm>
            <a:off x="4683124" y="793749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_t" descr="Editable text; source id n2_t"/>
          <p:cNvSpPr txBox="1"/>
          <p:nvPr/>
        </p:nvSpPr>
        <p:spPr>
          <a:xfrm>
            <a:off x="4857749" y="1127124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22" name="n2_n" descr="Editable text; source id n2_n"/>
          <p:cNvSpPr txBox="1"/>
          <p:nvPr/>
        </p:nvSpPr>
        <p:spPr>
          <a:xfrm>
            <a:off x="4857749" y="904874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cxnSp>
        <p:nvCxnSpPr>
          <p:cNvPr id="23" name="n2_g_b_0" descr="Editable line; source id n2_g_b_0"/>
          <p:cNvCxnSpPr/>
          <p:nvPr/>
        </p:nvCxnSpPr>
        <p:spPr>
          <a:xfrm>
            <a:off x="5984874" y="1809749"/>
            <a:ext cx="71438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n2_g_b_1" descr="Editable line; source id n2_g_b_1"/>
          <p:cNvCxnSpPr/>
          <p:nvPr/>
        </p:nvCxnSpPr>
        <p:spPr>
          <a:xfrm>
            <a:off x="6056312" y="2198687"/>
            <a:ext cx="269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n2_g_b_2" descr="Editable line; source id n2_g_b_2"/>
          <p:cNvCxnSpPr/>
          <p:nvPr/>
        </p:nvCxnSpPr>
        <p:spPr>
          <a:xfrm flipV="1">
            <a:off x="6326187" y="1809749"/>
            <a:ext cx="71437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n2_g_r" descr="Editable line; source id n2_g_r"/>
          <p:cNvCxnSpPr/>
          <p:nvPr/>
        </p:nvCxnSpPr>
        <p:spPr>
          <a:xfrm>
            <a:off x="5945187" y="1809749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2_s" descr="Editable shape; source id n2_s"/>
          <p:cNvSpPr/>
          <p:nvPr/>
        </p:nvSpPr>
        <p:spPr>
          <a:xfrm>
            <a:off x="4873624" y="2428874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2_s_t" descr="Editable text; source id n2_s_t"/>
          <p:cNvSpPr txBox="1"/>
          <p:nvPr/>
        </p:nvSpPr>
        <p:spPr>
          <a:xfrm>
            <a:off x="4929187" y="2460624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29" name="n3" descr="Editable shape; source id n3"/>
          <p:cNvSpPr/>
          <p:nvPr/>
        </p:nvSpPr>
        <p:spPr>
          <a:xfrm>
            <a:off x="8651874" y="793749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3_a" descr="Editable shape; source id n3_a"/>
          <p:cNvSpPr/>
          <p:nvPr/>
        </p:nvSpPr>
        <p:spPr>
          <a:xfrm>
            <a:off x="8651874" y="793749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3_t" descr="Editable text; source id n3_t"/>
          <p:cNvSpPr txBox="1"/>
          <p:nvPr/>
        </p:nvSpPr>
        <p:spPr>
          <a:xfrm>
            <a:off x="8826499" y="1127124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sp>
        <p:nvSpPr>
          <p:cNvPr id="32" name="n3_n" descr="Editable text; source id n3_n"/>
          <p:cNvSpPr txBox="1"/>
          <p:nvPr/>
        </p:nvSpPr>
        <p:spPr>
          <a:xfrm>
            <a:off x="8826499" y="904874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cxnSp>
        <p:nvCxnSpPr>
          <p:cNvPr id="33" name="n3_g_t_0" descr="Editable line; source id n3_g_t_0"/>
          <p:cNvCxnSpPr/>
          <p:nvPr/>
        </p:nvCxnSpPr>
        <p:spPr>
          <a:xfrm>
            <a:off x="10159999" y="1658937"/>
            <a:ext cx="293688" cy="555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n3_g_t_1" descr="Editable line; source id n3_g_t_1"/>
          <p:cNvCxnSpPr/>
          <p:nvPr/>
        </p:nvCxnSpPr>
        <p:spPr>
          <a:xfrm flipH="1">
            <a:off x="9866312" y="2214562"/>
            <a:ext cx="587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3_g_t_2" descr="Editable line; source id n3_g_t_2"/>
          <p:cNvCxnSpPr/>
          <p:nvPr/>
        </p:nvCxnSpPr>
        <p:spPr>
          <a:xfrm flipV="1">
            <a:off x="9866312" y="1658937"/>
            <a:ext cx="293687" cy="555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3_g_i_0" descr="Editable line; source id n3_g_i_0"/>
          <p:cNvCxnSpPr/>
          <p:nvPr/>
        </p:nvCxnSpPr>
        <p:spPr>
          <a:xfrm>
            <a:off x="10159999" y="1658937"/>
            <a:ext cx="87313" cy="3651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3_g_i_1" descr="Editable line; source id n3_g_i_1"/>
          <p:cNvCxnSpPr/>
          <p:nvPr/>
        </p:nvCxnSpPr>
        <p:spPr>
          <a:xfrm flipH="1">
            <a:off x="9866312" y="2024062"/>
            <a:ext cx="381000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3_g_d" descr="Editable shape; source id n3_g_d"/>
          <p:cNvSpPr/>
          <p:nvPr/>
        </p:nvSpPr>
        <p:spPr>
          <a:xfrm>
            <a:off x="10247312" y="2039937"/>
            <a:ext cx="87312" cy="8731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3_s" descr="Editable shape; source id n3_s"/>
          <p:cNvSpPr/>
          <p:nvPr/>
        </p:nvSpPr>
        <p:spPr>
          <a:xfrm>
            <a:off x="8842374" y="2428874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3_s_t" descr="Editable text; source id n3_s_t"/>
          <p:cNvSpPr txBox="1"/>
          <p:nvPr/>
        </p:nvSpPr>
        <p:spPr>
          <a:xfrm>
            <a:off x="8897937" y="2460624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sp>
        <p:nvSpPr>
          <p:cNvPr id="41" name="n4" descr="Editable shape; source id n4"/>
          <p:cNvSpPr/>
          <p:nvPr/>
        </p:nvSpPr>
        <p:spPr>
          <a:xfrm>
            <a:off x="714374" y="4206874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4_a" descr="Editable shape; source id n4_a"/>
          <p:cNvSpPr/>
          <p:nvPr/>
        </p:nvSpPr>
        <p:spPr>
          <a:xfrm>
            <a:off x="714374" y="4206874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4_t" descr="Editable text; source id n4_t"/>
          <p:cNvSpPr txBox="1"/>
          <p:nvPr/>
        </p:nvSpPr>
        <p:spPr>
          <a:xfrm>
            <a:off x="888999" y="4540249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44" name="n4_n" descr="Editable text; source id n4_n"/>
          <p:cNvSpPr txBox="1"/>
          <p:nvPr/>
        </p:nvSpPr>
        <p:spPr>
          <a:xfrm>
            <a:off x="888999" y="4317999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cxnSp>
        <p:nvCxnSpPr>
          <p:cNvPr id="45" name="n4_g_h0" descr="Editable line; source id n4_g_h0"/>
          <p:cNvCxnSpPr/>
          <p:nvPr/>
        </p:nvCxnSpPr>
        <p:spPr>
          <a:xfrm>
            <a:off x="1992312" y="5135562"/>
            <a:ext cx="460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n4_g_v0" descr="Editable line; source id n4_g_v0"/>
          <p:cNvCxnSpPr/>
          <p:nvPr/>
        </p:nvCxnSpPr>
        <p:spPr>
          <a:xfrm>
            <a:off x="1992312" y="5135562"/>
            <a:ext cx="0" cy="460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n4_g_h1" descr="Editable line; source id n4_g_h1"/>
          <p:cNvCxnSpPr/>
          <p:nvPr/>
        </p:nvCxnSpPr>
        <p:spPr>
          <a:xfrm>
            <a:off x="1992312" y="5365749"/>
            <a:ext cx="460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n4_g_v1" descr="Editable line; source id n4_g_v1"/>
          <p:cNvCxnSpPr/>
          <p:nvPr/>
        </p:nvCxnSpPr>
        <p:spPr>
          <a:xfrm>
            <a:off x="2222499" y="5135562"/>
            <a:ext cx="0" cy="460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n4_g_h2" descr="Editable line; source id n4_g_h2"/>
          <p:cNvCxnSpPr/>
          <p:nvPr/>
        </p:nvCxnSpPr>
        <p:spPr>
          <a:xfrm>
            <a:off x="1992312" y="5595937"/>
            <a:ext cx="460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4_g_v2" descr="Editable line; source id n4_g_v2"/>
          <p:cNvCxnSpPr/>
          <p:nvPr/>
        </p:nvCxnSpPr>
        <p:spPr>
          <a:xfrm>
            <a:off x="2452687" y="5135562"/>
            <a:ext cx="0" cy="460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n4_g_d00" descr="Editable shape; source id n4_g_d00"/>
          <p:cNvSpPr/>
          <p:nvPr/>
        </p:nvSpPr>
        <p:spPr>
          <a:xfrm>
            <a:off x="1936749" y="5079999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_g_d01" descr="Editable shape; source id n4_g_d01"/>
          <p:cNvSpPr/>
          <p:nvPr/>
        </p:nvSpPr>
        <p:spPr>
          <a:xfrm>
            <a:off x="1936749" y="5318124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4_g_d02" descr="Editable shape; source id n4_g_d02"/>
          <p:cNvSpPr/>
          <p:nvPr/>
        </p:nvSpPr>
        <p:spPr>
          <a:xfrm>
            <a:off x="1936749" y="5548312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_g_d10" descr="Editable shape; source id n4_g_d10"/>
          <p:cNvSpPr/>
          <p:nvPr/>
        </p:nvSpPr>
        <p:spPr>
          <a:xfrm>
            <a:off x="2174874" y="5079999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4_g_d11" descr="Editable shape; source id n4_g_d11"/>
          <p:cNvSpPr/>
          <p:nvPr/>
        </p:nvSpPr>
        <p:spPr>
          <a:xfrm>
            <a:off x="2174874" y="5318124"/>
            <a:ext cx="103187" cy="103187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4_g_d12" descr="Editable shape; source id n4_g_d12"/>
          <p:cNvSpPr/>
          <p:nvPr/>
        </p:nvSpPr>
        <p:spPr>
          <a:xfrm>
            <a:off x="2174874" y="5548312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4_g_d20" descr="Editable shape; source id n4_g_d20"/>
          <p:cNvSpPr/>
          <p:nvPr/>
        </p:nvSpPr>
        <p:spPr>
          <a:xfrm>
            <a:off x="2405062" y="5079999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4_g_d21" descr="Editable shape; source id n4_g_d21"/>
          <p:cNvSpPr/>
          <p:nvPr/>
        </p:nvSpPr>
        <p:spPr>
          <a:xfrm>
            <a:off x="2405062" y="5318124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4_g_d22" descr="Editable shape; source id n4_g_d22"/>
          <p:cNvSpPr/>
          <p:nvPr/>
        </p:nvSpPr>
        <p:spPr>
          <a:xfrm>
            <a:off x="2405062" y="5548312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4_s" descr="Editable shape; source id n4_s"/>
          <p:cNvSpPr/>
          <p:nvPr/>
        </p:nvSpPr>
        <p:spPr>
          <a:xfrm>
            <a:off x="904874" y="5841999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4_s_t" descr="Editable text; source id n4_s_t"/>
          <p:cNvSpPr txBox="1"/>
          <p:nvPr/>
        </p:nvSpPr>
        <p:spPr>
          <a:xfrm>
            <a:off x="960437" y="5873749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62" name="n5" descr="Editable shape; source id n5"/>
          <p:cNvSpPr/>
          <p:nvPr/>
        </p:nvSpPr>
        <p:spPr>
          <a:xfrm>
            <a:off x="4683124" y="4206874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_a" descr="Editable shape; source id n5_a"/>
          <p:cNvSpPr/>
          <p:nvPr/>
        </p:nvSpPr>
        <p:spPr>
          <a:xfrm>
            <a:off x="4683124" y="4206874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5_t" descr="Editable text; source id n5_t"/>
          <p:cNvSpPr txBox="1"/>
          <p:nvPr/>
        </p:nvSpPr>
        <p:spPr>
          <a:xfrm>
            <a:off x="4857749" y="4540249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sp>
        <p:nvSpPr>
          <p:cNvPr id="65" name="n5_n" descr="Editable text; source id n5_n"/>
          <p:cNvSpPr txBox="1"/>
          <p:nvPr/>
        </p:nvSpPr>
        <p:spPr>
          <a:xfrm>
            <a:off x="4857749" y="4317999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cxnSp>
        <p:nvCxnSpPr>
          <p:cNvPr id="66" name="n5_g_p" descr="Editable line; source id n5_g_p"/>
          <p:cNvCxnSpPr/>
          <p:nvPr/>
        </p:nvCxnSpPr>
        <p:spPr>
          <a:xfrm>
            <a:off x="6191249" y="5103812"/>
            <a:ext cx="0" cy="468312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n5_g_b" descr="Editable line; source id n5_g_b"/>
          <p:cNvCxnSpPr/>
          <p:nvPr/>
        </p:nvCxnSpPr>
        <p:spPr>
          <a:xfrm>
            <a:off x="5945187" y="5206999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n5_g_l_0" descr="Editable line; source id n5_g_l_0"/>
          <p:cNvCxnSpPr/>
          <p:nvPr/>
        </p:nvCxnSpPr>
        <p:spPr>
          <a:xfrm flipH="1">
            <a:off x="5873749" y="5206999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n5_g_l_1" descr="Editable line; source id n5_g_l_1"/>
          <p:cNvCxnSpPr/>
          <p:nvPr/>
        </p:nvCxnSpPr>
        <p:spPr>
          <a:xfrm>
            <a:off x="5873749" y="5365749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n5_g_l_2" descr="Editable line; source id n5_g_l_2"/>
          <p:cNvCxnSpPr/>
          <p:nvPr/>
        </p:nvCxnSpPr>
        <p:spPr>
          <a:xfrm flipH="1" flipV="1">
            <a:off x="5945187" y="5206999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n5_g_r_0" descr="Editable line; source id n5_g_r_0"/>
          <p:cNvCxnSpPr/>
          <p:nvPr/>
        </p:nvCxnSpPr>
        <p:spPr>
          <a:xfrm flipH="1">
            <a:off x="6365874" y="5206999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n5_g_r_1" descr="Editable line; source id n5_g_r_1"/>
          <p:cNvCxnSpPr/>
          <p:nvPr/>
        </p:nvCxnSpPr>
        <p:spPr>
          <a:xfrm>
            <a:off x="6365874" y="5365749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n5_g_r_2" descr="Editable line; source id n5_g_r_2"/>
          <p:cNvCxnSpPr/>
          <p:nvPr/>
        </p:nvCxnSpPr>
        <p:spPr>
          <a:xfrm flipH="1" flipV="1">
            <a:off x="6437312" y="5206999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n5_g_f" descr="Editable line; source id n5_g_f"/>
          <p:cNvCxnSpPr/>
          <p:nvPr/>
        </p:nvCxnSpPr>
        <p:spPr>
          <a:xfrm>
            <a:off x="6048374" y="5627687"/>
            <a:ext cx="28575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n5_s" descr="Editable shape; source id n5_s"/>
          <p:cNvSpPr/>
          <p:nvPr/>
        </p:nvSpPr>
        <p:spPr>
          <a:xfrm>
            <a:off x="4873624" y="5841999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5_s_t" descr="Editable text; source id n5_s_t"/>
          <p:cNvSpPr txBox="1"/>
          <p:nvPr/>
        </p:nvSpPr>
        <p:spPr>
          <a:xfrm>
            <a:off x="4929187" y="5873749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77" name="n6" descr="Editable shape; source id n6"/>
          <p:cNvSpPr/>
          <p:nvPr/>
        </p:nvSpPr>
        <p:spPr>
          <a:xfrm>
            <a:off x="8651874" y="4206874"/>
            <a:ext cx="3016249" cy="2301874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6_a" descr="Editable shape; source id n6_a"/>
          <p:cNvSpPr/>
          <p:nvPr/>
        </p:nvSpPr>
        <p:spPr>
          <a:xfrm>
            <a:off x="8651874" y="4206874"/>
            <a:ext cx="3016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6_t" descr="Editable text; source id n6_t"/>
          <p:cNvSpPr txBox="1"/>
          <p:nvPr/>
        </p:nvSpPr>
        <p:spPr>
          <a:xfrm>
            <a:off x="8826499" y="4540249"/>
            <a:ext cx="26669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56"/>
              </a:lnSpc>
              <a:spcBef>
                <a:spcPts val="0"/>
              </a:spcBef>
              <a:spcAft>
                <a:spcPts val="0"/>
              </a:spcAft>
              <a:defRPr sz="183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3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sp>
        <p:nvSpPr>
          <p:cNvPr id="80" name="n6_n" descr="Editable text; source id n6_n"/>
          <p:cNvSpPr txBox="1"/>
          <p:nvPr/>
        </p:nvSpPr>
        <p:spPr>
          <a:xfrm>
            <a:off x="8826499" y="4317999"/>
            <a:ext cx="428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97A3A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1" name="n6_g_b0" descr="Editable shape; source id n6_g_b0"/>
          <p:cNvSpPr/>
          <p:nvPr/>
        </p:nvSpPr>
        <p:spPr>
          <a:xfrm>
            <a:off x="9882187" y="5143499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n6_g_l0" descr="Editable line; source id n6_g_l0"/>
          <p:cNvCxnSpPr/>
          <p:nvPr/>
        </p:nvCxnSpPr>
        <p:spPr>
          <a:xfrm>
            <a:off x="10112374" y="5222874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n6_g_k0_0" descr="Editable line; source id n6_g_k0_0"/>
          <p:cNvCxnSpPr/>
          <p:nvPr/>
        </p:nvCxnSpPr>
        <p:spPr>
          <a:xfrm>
            <a:off x="9913937" y="5230812"/>
            <a:ext cx="31750" cy="31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n6_g_k0_1" descr="Editable line; source id n6_g_k0_1"/>
          <p:cNvCxnSpPr/>
          <p:nvPr/>
        </p:nvCxnSpPr>
        <p:spPr>
          <a:xfrm flipV="1">
            <a:off x="9945687" y="5175249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n6_g_b1" descr="Editable shape; source id n6_g_b1"/>
          <p:cNvSpPr/>
          <p:nvPr/>
        </p:nvSpPr>
        <p:spPr>
          <a:xfrm>
            <a:off x="9882187" y="5333999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n6_g_l1" descr="Editable line; source id n6_g_l1"/>
          <p:cNvCxnSpPr/>
          <p:nvPr/>
        </p:nvCxnSpPr>
        <p:spPr>
          <a:xfrm>
            <a:off x="10112374" y="5413374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n6_g_k1_0" descr="Editable line; source id n6_g_k1_0"/>
          <p:cNvCxnSpPr/>
          <p:nvPr/>
        </p:nvCxnSpPr>
        <p:spPr>
          <a:xfrm>
            <a:off x="9913937" y="5413374"/>
            <a:ext cx="31750" cy="3968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n6_g_k1_1" descr="Editable line; source id n6_g_k1_1"/>
          <p:cNvCxnSpPr/>
          <p:nvPr/>
        </p:nvCxnSpPr>
        <p:spPr>
          <a:xfrm flipV="1">
            <a:off x="9945687" y="5365749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n6_g_b2" descr="Editable shape; source id n6_g_b2"/>
          <p:cNvSpPr/>
          <p:nvPr/>
        </p:nvSpPr>
        <p:spPr>
          <a:xfrm>
            <a:off x="9882187" y="5524499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n6_g_l2" descr="Editable line; source id n6_g_l2"/>
          <p:cNvCxnSpPr/>
          <p:nvPr/>
        </p:nvCxnSpPr>
        <p:spPr>
          <a:xfrm>
            <a:off x="10112374" y="5595937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n6_s" descr="Editable shape; source id n6_s"/>
          <p:cNvSpPr/>
          <p:nvPr/>
        </p:nvSpPr>
        <p:spPr>
          <a:xfrm>
            <a:off x="8842374" y="5841999"/>
            <a:ext cx="2635249" cy="492124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6_s_t" descr="Editable text; source id n6_s_t"/>
          <p:cNvSpPr txBox="1"/>
          <p:nvPr/>
        </p:nvSpPr>
        <p:spPr>
          <a:xfrm>
            <a:off x="8897937" y="5873749"/>
            <a:ext cx="2524124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3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3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sp>
        <p:nvSpPr>
          <p:cNvPr id="93" name="e0_0" descr="Editable line; source id e0_0"/>
          <p:cNvSpPr/>
          <p:nvPr/>
        </p:nvSpPr>
        <p:spPr>
          <a:xfrm>
            <a:off x="3794125" y="1905000"/>
            <a:ext cx="825500" cy="79375"/>
          </a:xfrm>
          <a:custGeom>
            <a:avLst/>
            <a:gdLst/>
            <a:ahLst/>
            <a:cxnLst/>
            <a:rect l="l" t="t" r="r" b="b"/>
            <a:pathLst>
              <a:path w="104000" h="10000">
                <a:moveTo>
                  <a:pt x="0" y="4100"/>
                </a:moveTo>
                <a:lnTo>
                  <a:pt x="92000" y="4100"/>
                </a:lnTo>
                <a:lnTo>
                  <a:pt x="92000" y="0"/>
                </a:lnTo>
                <a:lnTo>
                  <a:pt x="104000" y="5000"/>
                </a:lnTo>
                <a:lnTo>
                  <a:pt x="92000" y="10000"/>
                </a:lnTo>
                <a:lnTo>
                  <a:pt x="9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0_p" descr="Editable shape; source id e0_p"/>
          <p:cNvSpPr/>
          <p:nvPr/>
        </p:nvSpPr>
        <p:spPr>
          <a:xfrm>
            <a:off x="3746499" y="388937"/>
            <a:ext cx="92074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0_p_t" descr="Editable text; source id e0_p_t"/>
          <p:cNvSpPr txBox="1"/>
          <p:nvPr/>
        </p:nvSpPr>
        <p:spPr>
          <a:xfrm>
            <a:off x="3825874" y="420687"/>
            <a:ext cx="761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sp>
        <p:nvSpPr>
          <p:cNvPr id="96" name="e1_0" descr="Editable line; source id e1_0"/>
          <p:cNvSpPr/>
          <p:nvPr/>
        </p:nvSpPr>
        <p:spPr>
          <a:xfrm>
            <a:off x="7762875" y="1905000"/>
            <a:ext cx="825500" cy="79375"/>
          </a:xfrm>
          <a:custGeom>
            <a:avLst/>
            <a:gdLst/>
            <a:ahLst/>
            <a:cxnLst/>
            <a:rect l="l" t="t" r="r" b="b"/>
            <a:pathLst>
              <a:path w="104000" h="10000">
                <a:moveTo>
                  <a:pt x="0" y="4100"/>
                </a:moveTo>
                <a:lnTo>
                  <a:pt x="92000" y="4100"/>
                </a:lnTo>
                <a:lnTo>
                  <a:pt x="92000" y="0"/>
                </a:lnTo>
                <a:lnTo>
                  <a:pt x="104000" y="5000"/>
                </a:lnTo>
                <a:lnTo>
                  <a:pt x="92000" y="10000"/>
                </a:lnTo>
                <a:lnTo>
                  <a:pt x="9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1_p" descr="Editable shape; source id e1_p"/>
          <p:cNvSpPr/>
          <p:nvPr/>
        </p:nvSpPr>
        <p:spPr>
          <a:xfrm>
            <a:off x="7715249" y="388937"/>
            <a:ext cx="92074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1_p_t" descr="Editable text; source id e1_p_t"/>
          <p:cNvSpPr txBox="1"/>
          <p:nvPr/>
        </p:nvSpPr>
        <p:spPr>
          <a:xfrm>
            <a:off x="7794624" y="420687"/>
            <a:ext cx="761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sp>
        <p:nvSpPr>
          <p:cNvPr id="99" name="e3_0" descr="Editable line; source id e3_0"/>
          <p:cNvSpPr/>
          <p:nvPr/>
        </p:nvSpPr>
        <p:spPr>
          <a:xfrm>
            <a:off x="3794125" y="5318125"/>
            <a:ext cx="825500" cy="79375"/>
          </a:xfrm>
          <a:custGeom>
            <a:avLst/>
            <a:gdLst/>
            <a:ahLst/>
            <a:cxnLst/>
            <a:rect l="l" t="t" r="r" b="b"/>
            <a:pathLst>
              <a:path w="104000" h="10000">
                <a:moveTo>
                  <a:pt x="0" y="4100"/>
                </a:moveTo>
                <a:lnTo>
                  <a:pt x="92000" y="4100"/>
                </a:lnTo>
                <a:lnTo>
                  <a:pt x="92000" y="0"/>
                </a:lnTo>
                <a:lnTo>
                  <a:pt x="104000" y="5000"/>
                </a:lnTo>
                <a:lnTo>
                  <a:pt x="92000" y="10000"/>
                </a:lnTo>
                <a:lnTo>
                  <a:pt x="9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3_p" descr="Editable shape; source id e3_p"/>
          <p:cNvSpPr/>
          <p:nvPr/>
        </p:nvSpPr>
        <p:spPr>
          <a:xfrm>
            <a:off x="3746499" y="3802062"/>
            <a:ext cx="92074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3_p_t" descr="Editable text; source id e3_p_t"/>
          <p:cNvSpPr txBox="1"/>
          <p:nvPr/>
        </p:nvSpPr>
        <p:spPr>
          <a:xfrm>
            <a:off x="3825874" y="3833812"/>
            <a:ext cx="761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sp>
        <p:nvSpPr>
          <p:cNvPr id="102" name="e4_0" descr="Editable line; source id e4_0"/>
          <p:cNvSpPr/>
          <p:nvPr/>
        </p:nvSpPr>
        <p:spPr>
          <a:xfrm>
            <a:off x="7762875" y="5318125"/>
            <a:ext cx="825500" cy="79375"/>
          </a:xfrm>
          <a:custGeom>
            <a:avLst/>
            <a:gdLst/>
            <a:ahLst/>
            <a:cxnLst/>
            <a:rect l="l" t="t" r="r" b="b"/>
            <a:pathLst>
              <a:path w="104000" h="10000">
                <a:moveTo>
                  <a:pt x="0" y="4100"/>
                </a:moveTo>
                <a:lnTo>
                  <a:pt x="92000" y="4100"/>
                </a:lnTo>
                <a:lnTo>
                  <a:pt x="92000" y="0"/>
                </a:lnTo>
                <a:lnTo>
                  <a:pt x="104000" y="5000"/>
                </a:lnTo>
                <a:lnTo>
                  <a:pt x="92000" y="10000"/>
                </a:lnTo>
                <a:lnTo>
                  <a:pt x="9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4_p" descr="Editable shape; source id e4_p"/>
          <p:cNvSpPr/>
          <p:nvPr/>
        </p:nvSpPr>
        <p:spPr>
          <a:xfrm>
            <a:off x="7715249" y="3802062"/>
            <a:ext cx="92074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4_p_t" descr="Editable text; source id e4_p_t"/>
          <p:cNvSpPr txBox="1"/>
          <p:nvPr/>
        </p:nvSpPr>
        <p:spPr>
          <a:xfrm>
            <a:off x="7794624" y="3833812"/>
            <a:ext cx="761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  <p:cxnSp>
        <p:nvCxnSpPr>
          <p:cNvPr id="105" name="e2_0" descr="Editable line; source id e2_0"/>
          <p:cNvCxnSpPr/>
          <p:nvPr/>
        </p:nvCxnSpPr>
        <p:spPr>
          <a:xfrm>
            <a:off x="10159999" y="3127374"/>
            <a:ext cx="0" cy="4445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2_1" descr="Editable line; source id e2_1"/>
          <p:cNvCxnSpPr/>
          <p:nvPr/>
        </p:nvCxnSpPr>
        <p:spPr>
          <a:xfrm flipH="1">
            <a:off x="2222499" y="3571874"/>
            <a:ext cx="7937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2_2" descr="Editable line; source id e2_2"/>
          <p:cNvSpPr/>
          <p:nvPr/>
        </p:nvSpPr>
        <p:spPr>
          <a:xfrm>
            <a:off x="2182812" y="3571875"/>
            <a:ext cx="79375" cy="603250"/>
          </a:xfrm>
          <a:custGeom>
            <a:avLst/>
            <a:gdLst/>
            <a:ahLst/>
            <a:cxnLst/>
            <a:rect l="l" t="t" r="r" b="b"/>
            <a:pathLst>
              <a:path w="10000" h="76000">
                <a:moveTo>
                  <a:pt x="5900" y="0"/>
                </a:moveTo>
                <a:lnTo>
                  <a:pt x="5900" y="64000"/>
                </a:lnTo>
                <a:lnTo>
                  <a:pt x="10000" y="64000"/>
                </a:lnTo>
                <a:lnTo>
                  <a:pt x="5000" y="76000"/>
                </a:lnTo>
                <a:lnTo>
                  <a:pt x="0" y="64000"/>
                </a:lnTo>
                <a:lnTo>
                  <a:pt x="4100" y="64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2_p" descr="Editable shape; source id e2_p"/>
          <p:cNvSpPr/>
          <p:nvPr/>
        </p:nvSpPr>
        <p:spPr>
          <a:xfrm>
            <a:off x="5651499" y="3405187"/>
            <a:ext cx="1079499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2_p_t" descr="Editable text; source id e2_p_t"/>
          <p:cNvSpPr txBox="1"/>
          <p:nvPr/>
        </p:nvSpPr>
        <p:spPr>
          <a:xfrm>
            <a:off x="5730874" y="3436937"/>
            <a:ext cx="920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