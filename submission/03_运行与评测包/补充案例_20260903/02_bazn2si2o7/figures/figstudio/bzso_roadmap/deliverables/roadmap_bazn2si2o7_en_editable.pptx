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5246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本文的行文路线图（第六轮：印刷字号 + 内容定尺寸；3+3 两行） [paper=bzso] [print_width_pt=451.4]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A" descr="Editable shape; source id zA"/>
          <p:cNvSpPr/>
          <p:nvPr/>
        </p:nvSpPr>
        <p:spPr>
          <a:xfrm>
            <a:off x="206374" y="206374"/>
            <a:ext cx="11779249" cy="2746374"/>
          </a:xfrm>
          <a:prstGeom prst="roundRect">
            <a:avLst>
              <a:gd name="adj" fmla="val 4046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A_l" descr="Editable text; source id zA_l"/>
          <p:cNvSpPr txBox="1"/>
          <p:nvPr/>
        </p:nvSpPr>
        <p:spPr>
          <a:xfrm>
            <a:off x="349249" y="285749"/>
            <a:ext cx="2778124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4" name="zB" descr="Editable shape; source id zB"/>
          <p:cNvSpPr/>
          <p:nvPr/>
        </p:nvSpPr>
        <p:spPr>
          <a:xfrm>
            <a:off x="206374" y="3571874"/>
            <a:ext cx="11779249" cy="2746374"/>
          </a:xfrm>
          <a:prstGeom prst="roundRect">
            <a:avLst>
              <a:gd name="adj" fmla="val 4046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B_l" descr="Editable text; source id zB_l"/>
          <p:cNvSpPr txBox="1"/>
          <p:nvPr/>
        </p:nvSpPr>
        <p:spPr>
          <a:xfrm>
            <a:off x="349249" y="3651249"/>
            <a:ext cx="264318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6" name="n1" descr="Editable shape; source id n1"/>
          <p:cNvSpPr/>
          <p:nvPr/>
        </p:nvSpPr>
        <p:spPr>
          <a:xfrm>
            <a:off x="333374" y="746124"/>
            <a:ext cx="3492499" cy="2063749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1_b" descr="Editable shape; source id n1_b"/>
          <p:cNvSpPr/>
          <p:nvPr/>
        </p:nvSpPr>
        <p:spPr>
          <a:xfrm>
            <a:off x="333374" y="746124"/>
            <a:ext cx="79374" cy="2063749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1_n" descr="Editable text; source id n1_n"/>
          <p:cNvSpPr txBox="1"/>
          <p:nvPr/>
        </p:nvSpPr>
        <p:spPr>
          <a:xfrm>
            <a:off x="555624" y="888999"/>
            <a:ext cx="873124" cy="492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03"/>
              </a:lnSpc>
              <a:spcBef>
                <a:spcPts val="0"/>
              </a:spcBef>
              <a:spcAft>
                <a:spcPts val="0"/>
              </a:spcAft>
              <a:defRPr sz="231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31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cxnSp>
        <p:nvCxnSpPr>
          <p:cNvPr id="9" name="n1_g_o_0" descr="Editable line; source id n1_g_o_0"/>
          <p:cNvCxnSpPr/>
          <p:nvPr/>
        </p:nvCxnSpPr>
        <p:spPr>
          <a:xfrm>
            <a:off x="3428999" y="928687"/>
            <a:ext cx="206375" cy="1349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n1_g_o_1" descr="Editable line; source id n1_g_o_1"/>
          <p:cNvCxnSpPr/>
          <p:nvPr/>
        </p:nvCxnSpPr>
        <p:spPr>
          <a:xfrm flipH="1">
            <a:off x="3540124" y="1063624"/>
            <a:ext cx="95250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n1_g_o_2" descr="Editable line; source id n1_g_o_2"/>
          <p:cNvCxnSpPr/>
          <p:nvPr/>
        </p:nvCxnSpPr>
        <p:spPr>
          <a:xfrm flipH="1">
            <a:off x="3317874" y="1333499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n1_g_o_3" descr="Editable line; source id n1_g_o_3"/>
          <p:cNvCxnSpPr/>
          <p:nvPr/>
        </p:nvCxnSpPr>
        <p:spPr>
          <a:xfrm flipH="1" flipV="1">
            <a:off x="3222624" y="1063624"/>
            <a:ext cx="95250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n1_g_o_4" descr="Editable line; source id n1_g_o_4"/>
          <p:cNvCxnSpPr/>
          <p:nvPr/>
        </p:nvCxnSpPr>
        <p:spPr>
          <a:xfrm flipV="1">
            <a:off x="3222624" y="928687"/>
            <a:ext cx="206375" cy="1349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n1_g_a" descr="Editable line; source id n1_g_a"/>
          <p:cNvCxnSpPr/>
          <p:nvPr/>
        </p:nvCxnSpPr>
        <p:spPr>
          <a:xfrm>
            <a:off x="3428999" y="928687"/>
            <a:ext cx="0" cy="404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n1_g_b" descr="Editable line; source id n1_g_b"/>
          <p:cNvCxnSpPr/>
          <p:nvPr/>
        </p:nvCxnSpPr>
        <p:spPr>
          <a:xfrm>
            <a:off x="3222624" y="1063624"/>
            <a:ext cx="412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n1_t" descr="Editable text; source id n1_t"/>
          <p:cNvSpPr txBox="1"/>
          <p:nvPr/>
        </p:nvSpPr>
        <p:spPr>
          <a:xfrm>
            <a:off x="555624" y="1460499"/>
            <a:ext cx="3127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Structural Basis</a:t>
            </a:r>
          </a:p>
        </p:txBody>
      </p:sp>
      <p:cxnSp>
        <p:nvCxnSpPr>
          <p:cNvPr id="17" name="n1_r" descr="Editable line; source id n1_r"/>
          <p:cNvCxnSpPr/>
          <p:nvPr/>
        </p:nvCxnSpPr>
        <p:spPr>
          <a:xfrm>
            <a:off x="603249" y="1897062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n1_p" descr="Editable shape; source id n1_p"/>
          <p:cNvSpPr/>
          <p:nvPr/>
        </p:nvSpPr>
        <p:spPr>
          <a:xfrm>
            <a:off x="555624" y="2008187"/>
            <a:ext cx="3127374" cy="658812"/>
          </a:xfrm>
          <a:prstGeom prst="roundRect">
            <a:avLst>
              <a:gd name="adj" fmla="val 722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1_p_t" descr="Editable text; source id n1_p_t"/>
          <p:cNvSpPr txBox="1"/>
          <p:nvPr/>
        </p:nvSpPr>
        <p:spPr>
          <a:xfrm>
            <a:off x="611187" y="2039937"/>
            <a:ext cx="3016249" cy="595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LT and HT polymorphs</a:t>
            </a:r>
          </a:p>
        </p:txBody>
      </p:sp>
      <p:sp>
        <p:nvSpPr>
          <p:cNvPr id="20" name="n2" descr="Editable shape; source id n2"/>
          <p:cNvSpPr/>
          <p:nvPr/>
        </p:nvSpPr>
        <p:spPr>
          <a:xfrm>
            <a:off x="4349749" y="746124"/>
            <a:ext cx="3492499" cy="2063749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_b" descr="Editable shape; source id n2_b"/>
          <p:cNvSpPr/>
          <p:nvPr/>
        </p:nvSpPr>
        <p:spPr>
          <a:xfrm>
            <a:off x="4349749" y="746124"/>
            <a:ext cx="79374" cy="2063749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2_n" descr="Editable text; source id n2_n"/>
          <p:cNvSpPr txBox="1"/>
          <p:nvPr/>
        </p:nvSpPr>
        <p:spPr>
          <a:xfrm>
            <a:off x="4571999" y="888999"/>
            <a:ext cx="873124" cy="492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03"/>
              </a:lnSpc>
              <a:spcBef>
                <a:spcPts val="0"/>
              </a:spcBef>
              <a:spcAft>
                <a:spcPts val="0"/>
              </a:spcAft>
              <a:defRPr sz="231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31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cxnSp>
        <p:nvCxnSpPr>
          <p:cNvPr id="23" name="n2_g_b_0" descr="Editable line; source id n2_g_b_0"/>
          <p:cNvCxnSpPr/>
          <p:nvPr/>
        </p:nvCxnSpPr>
        <p:spPr>
          <a:xfrm>
            <a:off x="7302499" y="1039812"/>
            <a:ext cx="47625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n2_g_b_1" descr="Editable line; source id n2_g_b_1"/>
          <p:cNvCxnSpPr/>
          <p:nvPr/>
        </p:nvCxnSpPr>
        <p:spPr>
          <a:xfrm>
            <a:off x="7350124" y="1317624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n2_g_b_2" descr="Editable line; source id n2_g_b_2"/>
          <p:cNvCxnSpPr/>
          <p:nvPr/>
        </p:nvCxnSpPr>
        <p:spPr>
          <a:xfrm flipV="1">
            <a:off x="7540624" y="1039812"/>
            <a:ext cx="47625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n2_g_r" descr="Editable line; source id n2_g_r"/>
          <p:cNvCxnSpPr/>
          <p:nvPr/>
        </p:nvCxnSpPr>
        <p:spPr>
          <a:xfrm>
            <a:off x="7270749" y="1039812"/>
            <a:ext cx="349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n2_t" descr="Editable text; source id n2_t"/>
          <p:cNvSpPr txBox="1"/>
          <p:nvPr/>
        </p:nvSpPr>
        <p:spPr>
          <a:xfrm>
            <a:off x="4571999" y="1460499"/>
            <a:ext cx="3127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Synthesis Routes</a:t>
            </a:r>
          </a:p>
        </p:txBody>
      </p:sp>
      <p:cxnSp>
        <p:nvCxnSpPr>
          <p:cNvPr id="28" name="n2_r" descr="Editable line; source id n2_r"/>
          <p:cNvCxnSpPr/>
          <p:nvPr/>
        </p:nvCxnSpPr>
        <p:spPr>
          <a:xfrm>
            <a:off x="4619624" y="1897062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n2_p" descr="Editable shape; source id n2_p"/>
          <p:cNvSpPr/>
          <p:nvPr/>
        </p:nvSpPr>
        <p:spPr>
          <a:xfrm>
            <a:off x="4571999" y="2008187"/>
            <a:ext cx="3127374" cy="658812"/>
          </a:xfrm>
          <a:prstGeom prst="roundRect">
            <a:avLst>
              <a:gd name="adj" fmla="val 722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2_p_t" descr="Editable text; source id n2_p_t"/>
          <p:cNvSpPr txBox="1"/>
          <p:nvPr/>
        </p:nvSpPr>
        <p:spPr>
          <a:xfrm>
            <a:off x="4627562" y="2039937"/>
            <a:ext cx="3016249" cy="595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Solid-state · sol–gel</a:t>
            </a:r>
          </a:p>
        </p:txBody>
      </p:sp>
      <p:sp>
        <p:nvSpPr>
          <p:cNvPr id="31" name="n3" descr="Editable shape; source id n3"/>
          <p:cNvSpPr/>
          <p:nvPr/>
        </p:nvSpPr>
        <p:spPr>
          <a:xfrm>
            <a:off x="8366124" y="746124"/>
            <a:ext cx="3492499" cy="2063749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3_b" descr="Editable shape; source id n3_b"/>
          <p:cNvSpPr/>
          <p:nvPr/>
        </p:nvSpPr>
        <p:spPr>
          <a:xfrm>
            <a:off x="8366124" y="746124"/>
            <a:ext cx="79374" cy="2063749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3_n" descr="Editable text; source id n3_n"/>
          <p:cNvSpPr txBox="1"/>
          <p:nvPr/>
        </p:nvSpPr>
        <p:spPr>
          <a:xfrm>
            <a:off x="8588374" y="888999"/>
            <a:ext cx="873124" cy="492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03"/>
              </a:lnSpc>
              <a:spcBef>
                <a:spcPts val="0"/>
              </a:spcBef>
              <a:spcAft>
                <a:spcPts val="0"/>
              </a:spcAft>
              <a:defRPr sz="231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31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cxnSp>
        <p:nvCxnSpPr>
          <p:cNvPr id="34" name="n3_g_d0_0" descr="Editable line; source id n3_g_d0_0"/>
          <p:cNvCxnSpPr/>
          <p:nvPr/>
        </p:nvCxnSpPr>
        <p:spPr>
          <a:xfrm>
            <a:off x="11461749" y="960437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3_g_d0_1" descr="Editable line; source id n3_g_d0_1"/>
          <p:cNvCxnSpPr/>
          <p:nvPr/>
        </p:nvCxnSpPr>
        <p:spPr>
          <a:xfrm flipH="1">
            <a:off x="11461749" y="1047749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3_g_d0_2" descr="Editable line; source id n3_g_d0_2"/>
          <p:cNvCxnSpPr/>
          <p:nvPr/>
        </p:nvCxnSpPr>
        <p:spPr>
          <a:xfrm flipH="1" flipV="1">
            <a:off x="11271249" y="1047749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3_g_d0_3" descr="Editable line; source id n3_g_d0_3"/>
          <p:cNvCxnSpPr/>
          <p:nvPr/>
        </p:nvCxnSpPr>
        <p:spPr>
          <a:xfrm flipV="1">
            <a:off x="11271249" y="960437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3_g_d1_0" descr="Editable line; source id n3_g_d1_0"/>
          <p:cNvCxnSpPr/>
          <p:nvPr/>
        </p:nvCxnSpPr>
        <p:spPr>
          <a:xfrm>
            <a:off x="11461749" y="1071562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n3_g_d1_1" descr="Editable line; source id n3_g_d1_1"/>
          <p:cNvCxnSpPr/>
          <p:nvPr/>
        </p:nvCxnSpPr>
        <p:spPr>
          <a:xfrm flipH="1">
            <a:off x="11461749" y="1166812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n3_g_d1_2" descr="Editable line; source id n3_g_d1_2"/>
          <p:cNvCxnSpPr/>
          <p:nvPr/>
        </p:nvCxnSpPr>
        <p:spPr>
          <a:xfrm flipH="1" flipV="1">
            <a:off x="11271249" y="1166812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n3_g_d1_3" descr="Editable line; source id n3_g_d1_3"/>
          <p:cNvCxnSpPr/>
          <p:nvPr/>
        </p:nvCxnSpPr>
        <p:spPr>
          <a:xfrm flipV="1">
            <a:off x="11271249" y="1071562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3_g_d2_0" descr="Editable line; source id n3_g_d2_0"/>
          <p:cNvCxnSpPr/>
          <p:nvPr/>
        </p:nvCxnSpPr>
        <p:spPr>
          <a:xfrm>
            <a:off x="11461749" y="1182687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3_g_d2_1" descr="Editable line; source id n3_g_d2_1"/>
          <p:cNvCxnSpPr/>
          <p:nvPr/>
        </p:nvCxnSpPr>
        <p:spPr>
          <a:xfrm flipH="1">
            <a:off x="11461749" y="1277937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3_g_d2_2" descr="Editable line; source id n3_g_d2_2"/>
          <p:cNvCxnSpPr/>
          <p:nvPr/>
        </p:nvCxnSpPr>
        <p:spPr>
          <a:xfrm flipH="1" flipV="1">
            <a:off x="11271249" y="1277937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3_g_d2_3" descr="Editable line; source id n3_g_d2_3"/>
          <p:cNvCxnSpPr/>
          <p:nvPr/>
        </p:nvCxnSpPr>
        <p:spPr>
          <a:xfrm flipV="1">
            <a:off x="11271249" y="1182687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3_t" descr="Editable text; source id n3_t"/>
          <p:cNvSpPr txBox="1"/>
          <p:nvPr/>
        </p:nvSpPr>
        <p:spPr>
          <a:xfrm>
            <a:off x="8588374" y="1460499"/>
            <a:ext cx="3127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Phase Control</a:t>
            </a:r>
          </a:p>
        </p:txBody>
      </p:sp>
      <p:cxnSp>
        <p:nvCxnSpPr>
          <p:cNvPr id="47" name="n3_r" descr="Editable line; source id n3_r"/>
          <p:cNvCxnSpPr/>
          <p:nvPr/>
        </p:nvCxnSpPr>
        <p:spPr>
          <a:xfrm>
            <a:off x="8635999" y="1897062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n3_p" descr="Editable shape; source id n3_p"/>
          <p:cNvSpPr/>
          <p:nvPr/>
        </p:nvSpPr>
        <p:spPr>
          <a:xfrm>
            <a:off x="8588374" y="2008187"/>
            <a:ext cx="3127374" cy="658812"/>
          </a:xfrm>
          <a:prstGeom prst="roundRect">
            <a:avLst>
              <a:gd name="adj" fmla="val 722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3_p_t" descr="Editable text; source id n3_p_t"/>
          <p:cNvSpPr txBox="1"/>
          <p:nvPr/>
        </p:nvSpPr>
        <p:spPr>
          <a:xfrm>
            <a:off x="8643937" y="2039937"/>
            <a:ext cx="3016249" cy="595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Composition · annealing</a:t>
            </a:r>
          </a:p>
        </p:txBody>
      </p:sp>
      <p:sp>
        <p:nvSpPr>
          <p:cNvPr id="50" name="n4" descr="Editable shape; source id n4"/>
          <p:cNvSpPr/>
          <p:nvPr/>
        </p:nvSpPr>
        <p:spPr>
          <a:xfrm>
            <a:off x="333374" y="4111624"/>
            <a:ext cx="3492499" cy="2063749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4_b" descr="Editable shape; source id n4_b"/>
          <p:cNvSpPr/>
          <p:nvPr/>
        </p:nvSpPr>
        <p:spPr>
          <a:xfrm>
            <a:off x="333374" y="4111624"/>
            <a:ext cx="79374" cy="2063749"/>
          </a:xfrm>
          <a:prstGeom prst="roundRect">
            <a:avLst>
              <a:gd name="adj" fmla="val 3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4_n" descr="Editable text; source id n4_n"/>
          <p:cNvSpPr txBox="1"/>
          <p:nvPr/>
        </p:nvSpPr>
        <p:spPr>
          <a:xfrm>
            <a:off x="555624" y="4254499"/>
            <a:ext cx="873124" cy="492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03"/>
              </a:lnSpc>
              <a:spcBef>
                <a:spcPts val="0"/>
              </a:spcBef>
              <a:spcAft>
                <a:spcPts val="0"/>
              </a:spcAft>
              <a:defRPr sz="231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231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3" name="n4_g_a" descr="Editable shape; source id n4_g_a"/>
          <p:cNvSpPr/>
          <p:nvPr/>
        </p:nvSpPr>
        <p:spPr>
          <a:xfrm>
            <a:off x="3357562" y="4294187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4_g_b" descr="Editable shape; source id n4_g_b"/>
          <p:cNvSpPr/>
          <p:nvPr/>
        </p:nvSpPr>
        <p:spPr>
          <a:xfrm>
            <a:off x="3206749" y="455612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4_g_c" descr="Editable shape; source id n4_g_c"/>
          <p:cNvSpPr/>
          <p:nvPr/>
        </p:nvSpPr>
        <p:spPr>
          <a:xfrm>
            <a:off x="3508374" y="455612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n4_g_l" descr="Editable line; source id n4_g_l"/>
          <p:cNvCxnSpPr/>
          <p:nvPr/>
        </p:nvCxnSpPr>
        <p:spPr>
          <a:xfrm flipH="1">
            <a:off x="3278187" y="4437062"/>
            <a:ext cx="150812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n4_g_r" descr="Editable line; source id n4_g_r"/>
          <p:cNvCxnSpPr/>
          <p:nvPr/>
        </p:nvCxnSpPr>
        <p:spPr>
          <a:xfrm>
            <a:off x="3428999" y="4437062"/>
            <a:ext cx="150813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n4_t" descr="Editable text; source id n4_t"/>
          <p:cNvSpPr txBox="1"/>
          <p:nvPr/>
        </p:nvSpPr>
        <p:spPr>
          <a:xfrm>
            <a:off x="555624" y="4825999"/>
            <a:ext cx="3127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Neighbor Systems</a:t>
            </a:r>
          </a:p>
        </p:txBody>
      </p:sp>
      <p:cxnSp>
        <p:nvCxnSpPr>
          <p:cNvPr id="59" name="n4_r" descr="Editable line; source id n4_r"/>
          <p:cNvCxnSpPr/>
          <p:nvPr/>
        </p:nvCxnSpPr>
        <p:spPr>
          <a:xfrm>
            <a:off x="603249" y="5262562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n4_p" descr="Editable shape; source id n4_p"/>
          <p:cNvSpPr/>
          <p:nvPr/>
        </p:nvSpPr>
        <p:spPr>
          <a:xfrm>
            <a:off x="555624" y="5373687"/>
            <a:ext cx="3127374" cy="658812"/>
          </a:xfrm>
          <a:prstGeom prst="roundRect">
            <a:avLst>
              <a:gd name="adj" fmla="val 722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4_p_t" descr="Editable text; source id n4_p_t"/>
          <p:cNvSpPr txBox="1"/>
          <p:nvPr/>
        </p:nvSpPr>
        <p:spPr>
          <a:xfrm>
            <a:off x="611187" y="5405437"/>
            <a:ext cx="3016249" cy="595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Ba–Sr–Zn–Si</a:t>
            </a:r>
          </a:p>
        </p:txBody>
      </p:sp>
      <p:sp>
        <p:nvSpPr>
          <p:cNvPr id="62" name="n5" descr="Editable shape; source id n5"/>
          <p:cNvSpPr/>
          <p:nvPr/>
        </p:nvSpPr>
        <p:spPr>
          <a:xfrm>
            <a:off x="4349749" y="4111624"/>
            <a:ext cx="3492499" cy="2063749"/>
          </a:xfrm>
          <a:prstGeom prst="roundRect">
            <a:avLst>
              <a:gd name="adj" fmla="val 3461"/>
            </a:avLst>
          </a:prstGeom>
          <a:solidFill>
            <a:srgbClr val="FFFAF0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5_b" descr="Editable shape; source id n5_b"/>
          <p:cNvSpPr/>
          <p:nvPr/>
        </p:nvSpPr>
        <p:spPr>
          <a:xfrm>
            <a:off x="4349749" y="4111624"/>
            <a:ext cx="79374" cy="2063749"/>
          </a:xfrm>
          <a:prstGeom prst="roundRect">
            <a:avLst>
              <a:gd name="adj" fmla="val 3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5_n" descr="Editable text; source id n5_n"/>
          <p:cNvSpPr txBox="1"/>
          <p:nvPr/>
        </p:nvSpPr>
        <p:spPr>
          <a:xfrm>
            <a:off x="4571999" y="4254499"/>
            <a:ext cx="873124" cy="492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03"/>
              </a:lnSpc>
              <a:spcBef>
                <a:spcPts val="0"/>
              </a:spcBef>
              <a:spcAft>
                <a:spcPts val="0"/>
              </a:spcAft>
              <a:defRPr sz="2312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2312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cxnSp>
        <p:nvCxnSpPr>
          <p:cNvPr id="65" name="n5_g_p" descr="Editable line; source id n5_g_p"/>
          <p:cNvCxnSpPr/>
          <p:nvPr/>
        </p:nvCxnSpPr>
        <p:spPr>
          <a:xfrm>
            <a:off x="7445374" y="4325937"/>
            <a:ext cx="0" cy="325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n5_g_b" descr="Editable line; source id n5_g_b"/>
          <p:cNvCxnSpPr/>
          <p:nvPr/>
        </p:nvCxnSpPr>
        <p:spPr>
          <a:xfrm>
            <a:off x="7270749" y="4397374"/>
            <a:ext cx="349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n5_g_l_0" descr="Editable line; source id n5_g_l_0"/>
          <p:cNvCxnSpPr/>
          <p:nvPr/>
        </p:nvCxnSpPr>
        <p:spPr>
          <a:xfrm flipH="1">
            <a:off x="7223124" y="4397374"/>
            <a:ext cx="47625" cy="111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n5_g_l_1" descr="Editable line; source id n5_g_l_1"/>
          <p:cNvCxnSpPr/>
          <p:nvPr/>
        </p:nvCxnSpPr>
        <p:spPr>
          <a:xfrm>
            <a:off x="7223124" y="4508499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n5_g_l_2" descr="Editable line; source id n5_g_l_2"/>
          <p:cNvCxnSpPr/>
          <p:nvPr/>
        </p:nvCxnSpPr>
        <p:spPr>
          <a:xfrm flipH="1" flipV="1">
            <a:off x="7270749" y="4397374"/>
            <a:ext cx="55563" cy="111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n5_g_r_0" descr="Editable line; source id n5_g_r_0"/>
          <p:cNvCxnSpPr/>
          <p:nvPr/>
        </p:nvCxnSpPr>
        <p:spPr>
          <a:xfrm flipH="1">
            <a:off x="7564437" y="4397374"/>
            <a:ext cx="55562" cy="111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n5_g_r_1" descr="Editable line; source id n5_g_r_1"/>
          <p:cNvCxnSpPr/>
          <p:nvPr/>
        </p:nvCxnSpPr>
        <p:spPr>
          <a:xfrm>
            <a:off x="7564437" y="4508499"/>
            <a:ext cx="1031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n5_g_r_2" descr="Editable line; source id n5_g_r_2"/>
          <p:cNvCxnSpPr/>
          <p:nvPr/>
        </p:nvCxnSpPr>
        <p:spPr>
          <a:xfrm flipH="1" flipV="1">
            <a:off x="7619999" y="4397374"/>
            <a:ext cx="47625" cy="111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n5_g_f" descr="Editable line; source id n5_g_f"/>
          <p:cNvCxnSpPr/>
          <p:nvPr/>
        </p:nvCxnSpPr>
        <p:spPr>
          <a:xfrm>
            <a:off x="7342187" y="4691062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n5_t" descr="Editable text; source id n5_t"/>
          <p:cNvSpPr txBox="1"/>
          <p:nvPr/>
        </p:nvSpPr>
        <p:spPr>
          <a:xfrm>
            <a:off x="4571999" y="4825999"/>
            <a:ext cx="3127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Analogue Criteria</a:t>
            </a:r>
          </a:p>
        </p:txBody>
      </p:sp>
      <p:cxnSp>
        <p:nvCxnSpPr>
          <p:cNvPr id="75" name="n5_r" descr="Editable line; source id n5_r"/>
          <p:cNvCxnSpPr/>
          <p:nvPr/>
        </p:nvCxnSpPr>
        <p:spPr>
          <a:xfrm>
            <a:off x="4619624" y="5262562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n5_p" descr="Editable shape; source id n5_p"/>
          <p:cNvSpPr/>
          <p:nvPr/>
        </p:nvSpPr>
        <p:spPr>
          <a:xfrm>
            <a:off x="4571999" y="5373687"/>
            <a:ext cx="3127374" cy="658812"/>
          </a:xfrm>
          <a:prstGeom prst="roundRect">
            <a:avLst>
              <a:gd name="adj" fmla="val 722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5_p_t" descr="Editable text; source id n5_p_t"/>
          <p:cNvSpPr txBox="1"/>
          <p:nvPr/>
        </p:nvSpPr>
        <p:spPr>
          <a:xfrm>
            <a:off x="4627562" y="5405437"/>
            <a:ext cx="3016249" cy="595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78" name="n6" descr="Editable shape; source id n6"/>
          <p:cNvSpPr/>
          <p:nvPr/>
        </p:nvSpPr>
        <p:spPr>
          <a:xfrm>
            <a:off x="8366124" y="4111624"/>
            <a:ext cx="3492499" cy="2063749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6_b" descr="Editable shape; source id n6_b"/>
          <p:cNvSpPr/>
          <p:nvPr/>
        </p:nvSpPr>
        <p:spPr>
          <a:xfrm>
            <a:off x="8366124" y="4111624"/>
            <a:ext cx="79374" cy="2063749"/>
          </a:xfrm>
          <a:prstGeom prst="roundRect">
            <a:avLst>
              <a:gd name="adj" fmla="val 3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6_n" descr="Editable text; source id n6_n"/>
          <p:cNvSpPr txBox="1"/>
          <p:nvPr/>
        </p:nvSpPr>
        <p:spPr>
          <a:xfrm>
            <a:off x="8588374" y="4254499"/>
            <a:ext cx="873124" cy="492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03"/>
              </a:lnSpc>
              <a:spcBef>
                <a:spcPts val="0"/>
              </a:spcBef>
              <a:spcAft>
                <a:spcPts val="0"/>
              </a:spcAft>
              <a:defRPr sz="231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231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1" name="n6_g_b0" descr="Editable shape; source id n6_g_b0"/>
          <p:cNvSpPr/>
          <p:nvPr/>
        </p:nvSpPr>
        <p:spPr>
          <a:xfrm>
            <a:off x="11271249" y="4357687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n6_g_l0" descr="Editable line; source id n6_g_l0"/>
          <p:cNvCxnSpPr/>
          <p:nvPr/>
        </p:nvCxnSpPr>
        <p:spPr>
          <a:xfrm>
            <a:off x="11429999" y="4405312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n6_g_k0_0" descr="Editable line; source id n6_g_k0_0"/>
          <p:cNvCxnSpPr/>
          <p:nvPr/>
        </p:nvCxnSpPr>
        <p:spPr>
          <a:xfrm>
            <a:off x="11287124" y="4413249"/>
            <a:ext cx="23813" cy="23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n6_g_k0_1" descr="Editable line; source id n6_g_k0_1"/>
          <p:cNvCxnSpPr/>
          <p:nvPr/>
        </p:nvCxnSpPr>
        <p:spPr>
          <a:xfrm flipV="1">
            <a:off x="11310937" y="4373562"/>
            <a:ext cx="4762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n6_g_b1" descr="Editable shape; source id n6_g_b1"/>
          <p:cNvSpPr/>
          <p:nvPr/>
        </p:nvSpPr>
        <p:spPr>
          <a:xfrm>
            <a:off x="11271249" y="4484687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n6_g_l1" descr="Editable line; source id n6_g_l1"/>
          <p:cNvCxnSpPr/>
          <p:nvPr/>
        </p:nvCxnSpPr>
        <p:spPr>
          <a:xfrm>
            <a:off x="11429999" y="4540249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n6_g_k1_0" descr="Editable line; source id n6_g_k1_0"/>
          <p:cNvCxnSpPr/>
          <p:nvPr/>
        </p:nvCxnSpPr>
        <p:spPr>
          <a:xfrm>
            <a:off x="11287124" y="4540249"/>
            <a:ext cx="23813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n6_g_k1_1" descr="Editable line; source id n6_g_k1_1"/>
          <p:cNvCxnSpPr/>
          <p:nvPr/>
        </p:nvCxnSpPr>
        <p:spPr>
          <a:xfrm flipV="1">
            <a:off x="11310937" y="4508499"/>
            <a:ext cx="4762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n6_g_b2" descr="Editable shape; source id n6_g_b2"/>
          <p:cNvSpPr/>
          <p:nvPr/>
        </p:nvSpPr>
        <p:spPr>
          <a:xfrm>
            <a:off x="11271249" y="4619624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n6_g_l2" descr="Editable line; source id n6_g_l2"/>
          <p:cNvCxnSpPr/>
          <p:nvPr/>
        </p:nvCxnSpPr>
        <p:spPr>
          <a:xfrm>
            <a:off x="11429999" y="4667249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n6_t" descr="Editable text; source id n6_t"/>
          <p:cNvSpPr txBox="1"/>
          <p:nvPr/>
        </p:nvSpPr>
        <p:spPr>
          <a:xfrm>
            <a:off x="8588374" y="4825999"/>
            <a:ext cx="3127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Test Priorities</a:t>
            </a:r>
          </a:p>
        </p:txBody>
      </p:sp>
      <p:cxnSp>
        <p:nvCxnSpPr>
          <p:cNvPr id="92" name="n6_r" descr="Editable line; source id n6_r"/>
          <p:cNvCxnSpPr/>
          <p:nvPr/>
        </p:nvCxnSpPr>
        <p:spPr>
          <a:xfrm>
            <a:off x="8635999" y="5262562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n6_p" descr="Editable shape; source id n6_p"/>
          <p:cNvSpPr/>
          <p:nvPr/>
        </p:nvSpPr>
        <p:spPr>
          <a:xfrm>
            <a:off x="8588374" y="5373687"/>
            <a:ext cx="3127374" cy="658812"/>
          </a:xfrm>
          <a:prstGeom prst="roundRect">
            <a:avLst>
              <a:gd name="adj" fmla="val 722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6_p_t" descr="Editable text; source id n6_p_t"/>
          <p:cNvSpPr txBox="1"/>
          <p:nvPr/>
        </p:nvSpPr>
        <p:spPr>
          <a:xfrm>
            <a:off x="8643937" y="5405437"/>
            <a:ext cx="3016249" cy="595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Phase diagram · structure ·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thermodynamics</a:t>
            </a:r>
          </a:p>
        </p:txBody>
      </p:sp>
      <p:sp>
        <p:nvSpPr>
          <p:cNvPr id="95" name="e0_0" descr="Editable line; source id e0_0"/>
          <p:cNvSpPr/>
          <p:nvPr/>
        </p:nvSpPr>
        <p:spPr>
          <a:xfrm>
            <a:off x="3873500" y="1730375"/>
            <a:ext cx="428625" cy="95250"/>
          </a:xfrm>
          <a:custGeom>
            <a:avLst/>
            <a:gdLst/>
            <a:ahLst/>
            <a:cxnLst/>
            <a:rect l="l" t="t" r="r" b="b"/>
            <a:pathLst>
              <a:path w="54000" h="12000">
                <a:moveTo>
                  <a:pt x="0" y="4750"/>
                </a:moveTo>
                <a:lnTo>
                  <a:pt x="39000" y="4750"/>
                </a:lnTo>
                <a:lnTo>
                  <a:pt x="39000" y="0"/>
                </a:lnTo>
                <a:lnTo>
                  <a:pt x="54000" y="6000"/>
                </a:lnTo>
                <a:lnTo>
                  <a:pt x="39000" y="12000"/>
                </a:lnTo>
                <a:lnTo>
                  <a:pt x="39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0_p" descr="Editable shape; source id e0_p"/>
          <p:cNvSpPr/>
          <p:nvPr/>
        </p:nvSpPr>
        <p:spPr>
          <a:xfrm>
            <a:off x="3413124" y="285749"/>
            <a:ext cx="2817812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0_p_t" descr="Editable text; source id e0_p_t"/>
          <p:cNvSpPr txBox="1"/>
          <p:nvPr/>
        </p:nvSpPr>
        <p:spPr>
          <a:xfrm>
            <a:off x="3492499" y="317499"/>
            <a:ext cx="2659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Structural constraints</a:t>
            </a:r>
          </a:p>
        </p:txBody>
      </p:sp>
      <p:sp>
        <p:nvSpPr>
          <p:cNvPr id="98" name="e1_0" descr="Editable line; source id e1_0"/>
          <p:cNvSpPr/>
          <p:nvPr/>
        </p:nvSpPr>
        <p:spPr>
          <a:xfrm>
            <a:off x="7889875" y="1730375"/>
            <a:ext cx="428625" cy="95250"/>
          </a:xfrm>
          <a:custGeom>
            <a:avLst/>
            <a:gdLst/>
            <a:ahLst/>
            <a:cxnLst/>
            <a:rect l="l" t="t" r="r" b="b"/>
            <a:pathLst>
              <a:path w="54000" h="12000">
                <a:moveTo>
                  <a:pt x="0" y="4750"/>
                </a:moveTo>
                <a:lnTo>
                  <a:pt x="39000" y="4750"/>
                </a:lnTo>
                <a:lnTo>
                  <a:pt x="39000" y="0"/>
                </a:lnTo>
                <a:lnTo>
                  <a:pt x="54000" y="6000"/>
                </a:lnTo>
                <a:lnTo>
                  <a:pt x="39000" y="12000"/>
                </a:lnTo>
                <a:lnTo>
                  <a:pt x="39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1_p" descr="Editable shape; source id e1_p"/>
          <p:cNvSpPr/>
          <p:nvPr/>
        </p:nvSpPr>
        <p:spPr>
          <a:xfrm>
            <a:off x="7048499" y="285749"/>
            <a:ext cx="2111374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1_p_t" descr="Editable text; source id e1_p_t"/>
          <p:cNvSpPr txBox="1"/>
          <p:nvPr/>
        </p:nvSpPr>
        <p:spPr>
          <a:xfrm>
            <a:off x="7127874" y="317499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Condition window</a:t>
            </a:r>
          </a:p>
        </p:txBody>
      </p:sp>
      <p:sp>
        <p:nvSpPr>
          <p:cNvPr id="101" name="e3_0" descr="Editable line; source id e3_0"/>
          <p:cNvSpPr/>
          <p:nvPr/>
        </p:nvSpPr>
        <p:spPr>
          <a:xfrm>
            <a:off x="3873500" y="5095875"/>
            <a:ext cx="428625" cy="95250"/>
          </a:xfrm>
          <a:custGeom>
            <a:avLst/>
            <a:gdLst/>
            <a:ahLst/>
            <a:cxnLst/>
            <a:rect l="l" t="t" r="r" b="b"/>
            <a:pathLst>
              <a:path w="54000" h="12000">
                <a:moveTo>
                  <a:pt x="0" y="4750"/>
                </a:moveTo>
                <a:lnTo>
                  <a:pt x="39000" y="4750"/>
                </a:lnTo>
                <a:lnTo>
                  <a:pt x="39000" y="0"/>
                </a:lnTo>
                <a:lnTo>
                  <a:pt x="54000" y="6000"/>
                </a:lnTo>
                <a:lnTo>
                  <a:pt x="39000" y="12000"/>
                </a:lnTo>
                <a:lnTo>
                  <a:pt x="39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3_p" descr="Editable shape; source id e3_p"/>
          <p:cNvSpPr/>
          <p:nvPr/>
        </p:nvSpPr>
        <p:spPr>
          <a:xfrm>
            <a:off x="3540124" y="3651249"/>
            <a:ext cx="2468562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3_p_t" descr="Editable text; source id e3_p_t"/>
          <p:cNvSpPr txBox="1"/>
          <p:nvPr/>
        </p:nvSpPr>
        <p:spPr>
          <a:xfrm>
            <a:off x="3619499" y="3682999"/>
            <a:ext cx="230981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Comparison boundary</a:t>
            </a:r>
          </a:p>
        </p:txBody>
      </p:sp>
      <p:sp>
        <p:nvSpPr>
          <p:cNvPr id="104" name="e4_0" descr="Editable line; source id e4_0"/>
          <p:cNvSpPr/>
          <p:nvPr/>
        </p:nvSpPr>
        <p:spPr>
          <a:xfrm>
            <a:off x="7889875" y="5095875"/>
            <a:ext cx="428625" cy="95250"/>
          </a:xfrm>
          <a:custGeom>
            <a:avLst/>
            <a:gdLst/>
            <a:ahLst/>
            <a:cxnLst/>
            <a:rect l="l" t="t" r="r" b="b"/>
            <a:pathLst>
              <a:path w="54000" h="12000">
                <a:moveTo>
                  <a:pt x="0" y="4750"/>
                </a:moveTo>
                <a:lnTo>
                  <a:pt x="39000" y="4750"/>
                </a:lnTo>
                <a:lnTo>
                  <a:pt x="39000" y="0"/>
                </a:lnTo>
                <a:lnTo>
                  <a:pt x="54000" y="6000"/>
                </a:lnTo>
                <a:lnTo>
                  <a:pt x="39000" y="12000"/>
                </a:lnTo>
                <a:lnTo>
                  <a:pt x="39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4_p" descr="Editable shape; source id e4_p"/>
          <p:cNvSpPr/>
          <p:nvPr/>
        </p:nvSpPr>
        <p:spPr>
          <a:xfrm>
            <a:off x="7373937" y="3651249"/>
            <a:ext cx="1460499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4_p_t" descr="Editable text; source id e4_p_t"/>
          <p:cNvSpPr txBox="1"/>
          <p:nvPr/>
        </p:nvSpPr>
        <p:spPr>
          <a:xfrm>
            <a:off x="7453312" y="3682999"/>
            <a:ext cx="13017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Gap-driven</a:t>
            </a:r>
          </a:p>
        </p:txBody>
      </p:sp>
      <p:cxnSp>
        <p:nvCxnSpPr>
          <p:cNvPr id="107" name="e2_0" descr="Editable line; source id e2_0"/>
          <p:cNvCxnSpPr/>
          <p:nvPr/>
        </p:nvCxnSpPr>
        <p:spPr>
          <a:xfrm>
            <a:off x="10112374" y="2841624"/>
            <a:ext cx="0" cy="420688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2_1" descr="Editable line; source id e2_1"/>
          <p:cNvCxnSpPr/>
          <p:nvPr/>
        </p:nvCxnSpPr>
        <p:spPr>
          <a:xfrm flipH="1">
            <a:off x="3373437" y="3262312"/>
            <a:ext cx="67389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e2_2" descr="Editable line; source id e2_2"/>
          <p:cNvSpPr/>
          <p:nvPr/>
        </p:nvSpPr>
        <p:spPr>
          <a:xfrm>
            <a:off x="3325812" y="3262312"/>
            <a:ext cx="95250" cy="817562"/>
          </a:xfrm>
          <a:custGeom>
            <a:avLst/>
            <a:gdLst/>
            <a:ahLst/>
            <a:cxnLst/>
            <a:rect l="l" t="t" r="r" b="b"/>
            <a:pathLst>
              <a:path w="12000" h="103000">
                <a:moveTo>
                  <a:pt x="7250" y="0"/>
                </a:moveTo>
                <a:lnTo>
                  <a:pt x="7250" y="88000"/>
                </a:lnTo>
                <a:lnTo>
                  <a:pt x="12000" y="88000"/>
                </a:lnTo>
                <a:lnTo>
                  <a:pt x="6000" y="103000"/>
                </a:lnTo>
                <a:lnTo>
                  <a:pt x="0" y="88000"/>
                </a:lnTo>
                <a:lnTo>
                  <a:pt x="4750" y="88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2_p" descr="Editable shape; source id e2_p"/>
          <p:cNvSpPr/>
          <p:nvPr/>
        </p:nvSpPr>
        <p:spPr>
          <a:xfrm>
            <a:off x="4683124" y="3071812"/>
            <a:ext cx="2817812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2_p_t" descr="Editable text; source id e2_p_t"/>
          <p:cNvSpPr txBox="1"/>
          <p:nvPr/>
        </p:nvSpPr>
        <p:spPr>
          <a:xfrm>
            <a:off x="4762499" y="3103562"/>
            <a:ext cx="2659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Transferable variables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