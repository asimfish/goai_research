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综述路线图（super_teaser S5 F02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1" descr="Editable shape; source id n1"/>
          <p:cNvSpPr/>
          <p:nvPr/>
        </p:nvSpPr>
        <p:spPr>
          <a:xfrm>
            <a:off x="269874" y="912812"/>
            <a:ext cx="2611437" cy="1984374"/>
          </a:xfrm>
          <a:prstGeom prst="roundRect">
            <a:avLst>
              <a:gd name="adj" fmla="val 7199"/>
            </a:avLst>
          </a:prstGeom>
          <a:solidFill>
            <a:srgbClr val="F3F5F6"/>
          </a:solidFill>
          <a:ln w="23812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_t" descr="Editable text; source id n1_t"/>
          <p:cNvSpPr txBox="1"/>
          <p:nvPr/>
        </p:nvSpPr>
        <p:spPr>
          <a:xfrm>
            <a:off x="380999" y="1325562"/>
            <a:ext cx="2389187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sp>
        <p:nvSpPr>
          <p:cNvPr id="4" name="n1_s" descr="Editable text; source id n1_s"/>
          <p:cNvSpPr txBox="1"/>
          <p:nvPr/>
        </p:nvSpPr>
        <p:spPr>
          <a:xfrm>
            <a:off x="380999" y="1928812"/>
            <a:ext cx="23891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sp>
        <p:nvSpPr>
          <p:cNvPr id="5" name="n2" descr="Editable shape; source id n2"/>
          <p:cNvSpPr/>
          <p:nvPr/>
        </p:nvSpPr>
        <p:spPr>
          <a:xfrm>
            <a:off x="4357687" y="912812"/>
            <a:ext cx="2619374" cy="1984374"/>
          </a:xfrm>
          <a:prstGeom prst="roundRect">
            <a:avLst>
              <a:gd name="adj" fmla="val 7199"/>
            </a:avLst>
          </a:prstGeom>
          <a:solidFill>
            <a:srgbClr val="F3F5F6"/>
          </a:solidFill>
          <a:ln w="23812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2_t" descr="Editable text; source id n2_t"/>
          <p:cNvSpPr txBox="1"/>
          <p:nvPr/>
        </p:nvSpPr>
        <p:spPr>
          <a:xfrm>
            <a:off x="4468812" y="1325562"/>
            <a:ext cx="2397124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7" name="n2_s" descr="Editable text; source id n2_s"/>
          <p:cNvSpPr txBox="1"/>
          <p:nvPr/>
        </p:nvSpPr>
        <p:spPr>
          <a:xfrm>
            <a:off x="4468812" y="1928812"/>
            <a:ext cx="239712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8" name="n3" descr="Editable shape; source id n3"/>
          <p:cNvSpPr/>
          <p:nvPr/>
        </p:nvSpPr>
        <p:spPr>
          <a:xfrm>
            <a:off x="8389937" y="912812"/>
            <a:ext cx="2579687" cy="1976437"/>
          </a:xfrm>
          <a:prstGeom prst="roundRect">
            <a:avLst>
              <a:gd name="adj" fmla="val 7228"/>
            </a:avLst>
          </a:prstGeom>
          <a:solidFill>
            <a:srgbClr val="F3F5F6"/>
          </a:solidFill>
          <a:ln w="23812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3_t" descr="Editable text; source id n3_t"/>
          <p:cNvSpPr txBox="1"/>
          <p:nvPr/>
        </p:nvSpPr>
        <p:spPr>
          <a:xfrm>
            <a:off x="8501062" y="1325562"/>
            <a:ext cx="2357437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sp>
        <p:nvSpPr>
          <p:cNvPr id="10" name="n3_s" descr="Editable text; source id n3_s"/>
          <p:cNvSpPr txBox="1"/>
          <p:nvPr/>
        </p:nvSpPr>
        <p:spPr>
          <a:xfrm>
            <a:off x="8501062" y="1928812"/>
            <a:ext cx="235743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sp>
        <p:nvSpPr>
          <p:cNvPr id="11" name="n4" descr="Editable shape; source id n4"/>
          <p:cNvSpPr/>
          <p:nvPr/>
        </p:nvSpPr>
        <p:spPr>
          <a:xfrm>
            <a:off x="8508999" y="5127624"/>
            <a:ext cx="2659062" cy="1936749"/>
          </a:xfrm>
          <a:prstGeom prst="roundRect">
            <a:avLst>
              <a:gd name="adj" fmla="val 7377"/>
            </a:avLst>
          </a:prstGeom>
          <a:solidFill>
            <a:srgbClr val="F3F5F6"/>
          </a:solidFill>
          <a:ln w="23812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_t" descr="Editable text; source id n4_t"/>
          <p:cNvSpPr txBox="1"/>
          <p:nvPr/>
        </p:nvSpPr>
        <p:spPr>
          <a:xfrm>
            <a:off x="8620124" y="5540374"/>
            <a:ext cx="2436812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13" name="n4_s" descr="Editable text; source id n4_s"/>
          <p:cNvSpPr txBox="1"/>
          <p:nvPr/>
        </p:nvSpPr>
        <p:spPr>
          <a:xfrm>
            <a:off x="8620124" y="6143624"/>
            <a:ext cx="243681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defRPr>
            </a:pP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14" name="n5" descr="Editable shape; source id n5"/>
          <p:cNvSpPr/>
          <p:nvPr/>
        </p:nvSpPr>
        <p:spPr>
          <a:xfrm>
            <a:off x="4349749" y="5127624"/>
            <a:ext cx="2754312" cy="1936749"/>
          </a:xfrm>
          <a:prstGeom prst="roundRect">
            <a:avLst>
              <a:gd name="adj" fmla="val 7377"/>
            </a:avLst>
          </a:prstGeom>
          <a:solidFill>
            <a:srgbClr val="FBF3E3"/>
          </a:solidFill>
          <a:ln w="23812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5_t" descr="Editable text; source id n5_t"/>
          <p:cNvSpPr txBox="1"/>
          <p:nvPr/>
        </p:nvSpPr>
        <p:spPr>
          <a:xfrm>
            <a:off x="4460874" y="5540374"/>
            <a:ext cx="2532062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sp>
        <p:nvSpPr>
          <p:cNvPr id="16" name="n5_s" descr="Editable text; source id n5_s"/>
          <p:cNvSpPr txBox="1"/>
          <p:nvPr/>
        </p:nvSpPr>
        <p:spPr>
          <a:xfrm>
            <a:off x="4460874" y="6143624"/>
            <a:ext cx="253206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defRPr>
            </a:pP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17" name="n6" descr="Editable shape; source id n6"/>
          <p:cNvSpPr/>
          <p:nvPr/>
        </p:nvSpPr>
        <p:spPr>
          <a:xfrm>
            <a:off x="269874" y="5135562"/>
            <a:ext cx="2659062" cy="1928812"/>
          </a:xfrm>
          <a:prstGeom prst="roundRect">
            <a:avLst>
              <a:gd name="adj" fmla="val 7407"/>
            </a:avLst>
          </a:prstGeom>
          <a:solidFill>
            <a:srgbClr val="F3F5F6"/>
          </a:solidFill>
          <a:ln w="23812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6_t" descr="Editable text; source id n6_t"/>
          <p:cNvSpPr txBox="1"/>
          <p:nvPr/>
        </p:nvSpPr>
        <p:spPr>
          <a:xfrm>
            <a:off x="380999" y="5548312"/>
            <a:ext cx="2436812" cy="523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4093"/>
              </a:lnSpc>
              <a:spcBef>
                <a:spcPts val="0"/>
              </a:spcBef>
              <a:spcAft>
                <a:spcPts val="0"/>
              </a:spcAft>
              <a:def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21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sp>
        <p:nvSpPr>
          <p:cNvPr id="19" name="n6_s" descr="Editable text; source id n6_s"/>
          <p:cNvSpPr txBox="1"/>
          <p:nvPr/>
        </p:nvSpPr>
        <p:spPr>
          <a:xfrm>
            <a:off x="380999" y="6151562"/>
            <a:ext cx="243681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874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874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cxnSp>
        <p:nvCxnSpPr>
          <p:cNvPr id="20" name="e1a" descr="Editable line; source id e1a"/>
          <p:cNvCxnSpPr/>
          <p:nvPr/>
        </p:nvCxnSpPr>
        <p:spPr>
          <a:xfrm>
            <a:off x="2889249" y="1904999"/>
            <a:ext cx="222250" cy="0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1b" descr="Editable line; source id e1b"/>
          <p:cNvSpPr/>
          <p:nvPr/>
        </p:nvSpPr>
        <p:spPr>
          <a:xfrm>
            <a:off x="4127500" y="1817687"/>
            <a:ext cx="214312" cy="174625"/>
          </a:xfrm>
          <a:custGeom>
            <a:avLst/>
            <a:gdLst/>
            <a:ahLst/>
            <a:cxnLst/>
            <a:rect l="l" t="t" r="r" b="b"/>
            <a:pathLst>
              <a:path w="27000" h="22000">
                <a:moveTo>
                  <a:pt x="0" y="6500"/>
                </a:moveTo>
                <a:lnTo>
                  <a:pt x="9000" y="6500"/>
                </a:lnTo>
                <a:lnTo>
                  <a:pt x="9000" y="0"/>
                </a:lnTo>
                <a:lnTo>
                  <a:pt x="27000" y="11000"/>
                </a:lnTo>
                <a:lnTo>
                  <a:pt x="9000" y="22000"/>
                </a:lnTo>
                <a:lnTo>
                  <a:pt x="9000" y="15500"/>
                </a:lnTo>
                <a:lnTo>
                  <a:pt x="0" y="15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1_p" descr="Editable shape; source id e1_p"/>
          <p:cNvSpPr/>
          <p:nvPr/>
        </p:nvSpPr>
        <p:spPr>
          <a:xfrm>
            <a:off x="3127374" y="1714499"/>
            <a:ext cx="98424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1_pt" descr="Editable text; source id e1_pt"/>
          <p:cNvSpPr txBox="1"/>
          <p:nvPr/>
        </p:nvSpPr>
        <p:spPr>
          <a:xfrm>
            <a:off x="3190874" y="1746249"/>
            <a:ext cx="857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cxnSp>
        <p:nvCxnSpPr>
          <p:cNvPr id="24" name="e2a" descr="Editable line; source id e2a"/>
          <p:cNvCxnSpPr/>
          <p:nvPr/>
        </p:nvCxnSpPr>
        <p:spPr>
          <a:xfrm>
            <a:off x="6984999" y="1904999"/>
            <a:ext cx="190500" cy="0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2b" descr="Editable line; source id e2b"/>
          <p:cNvSpPr/>
          <p:nvPr/>
        </p:nvSpPr>
        <p:spPr>
          <a:xfrm>
            <a:off x="8191500" y="1817687"/>
            <a:ext cx="182562" cy="174625"/>
          </a:xfrm>
          <a:custGeom>
            <a:avLst/>
            <a:gdLst/>
            <a:ahLst/>
            <a:cxnLst/>
            <a:rect l="l" t="t" r="r" b="b"/>
            <a:pathLst>
              <a:path w="23000" h="22000">
                <a:moveTo>
                  <a:pt x="0" y="6500"/>
                </a:moveTo>
                <a:lnTo>
                  <a:pt x="5000" y="6500"/>
                </a:lnTo>
                <a:lnTo>
                  <a:pt x="5000" y="0"/>
                </a:lnTo>
                <a:lnTo>
                  <a:pt x="23000" y="11000"/>
                </a:lnTo>
                <a:lnTo>
                  <a:pt x="5000" y="22000"/>
                </a:lnTo>
                <a:lnTo>
                  <a:pt x="5000" y="15500"/>
                </a:lnTo>
                <a:lnTo>
                  <a:pt x="0" y="15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2_p" descr="Editable shape; source id e2_p"/>
          <p:cNvSpPr/>
          <p:nvPr/>
        </p:nvSpPr>
        <p:spPr>
          <a:xfrm>
            <a:off x="7191374" y="1714499"/>
            <a:ext cx="98424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2_pt" descr="Editable text; source id e2_pt"/>
          <p:cNvSpPr txBox="1"/>
          <p:nvPr/>
        </p:nvSpPr>
        <p:spPr>
          <a:xfrm>
            <a:off x="7254874" y="1746249"/>
            <a:ext cx="857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cxnSp>
        <p:nvCxnSpPr>
          <p:cNvPr id="28" name="e3a" descr="Editable line; source id e3a"/>
          <p:cNvCxnSpPr/>
          <p:nvPr/>
        </p:nvCxnSpPr>
        <p:spPr>
          <a:xfrm>
            <a:off x="10977562" y="1904999"/>
            <a:ext cx="452437" cy="0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3b" descr="Editable line; source id e3b"/>
          <p:cNvCxnSpPr/>
          <p:nvPr/>
        </p:nvCxnSpPr>
        <p:spPr>
          <a:xfrm>
            <a:off x="11429999" y="1904999"/>
            <a:ext cx="0" cy="1793875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3_p" descr="Editable shape; source id e3_p"/>
          <p:cNvSpPr/>
          <p:nvPr/>
        </p:nvSpPr>
        <p:spPr>
          <a:xfrm>
            <a:off x="10794999" y="3714749"/>
            <a:ext cx="126999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3_pt" descr="Editable text; source id e3_pt"/>
          <p:cNvSpPr txBox="1"/>
          <p:nvPr/>
        </p:nvSpPr>
        <p:spPr>
          <a:xfrm>
            <a:off x="10858499" y="3746499"/>
            <a:ext cx="1142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  <p:cxnSp>
        <p:nvCxnSpPr>
          <p:cNvPr id="32" name="e3c" descr="Editable line; source id e3c"/>
          <p:cNvCxnSpPr/>
          <p:nvPr/>
        </p:nvCxnSpPr>
        <p:spPr>
          <a:xfrm>
            <a:off x="11429999" y="4111624"/>
            <a:ext cx="0" cy="1976438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3d" descr="Editable line; source id e3d"/>
          <p:cNvSpPr/>
          <p:nvPr/>
        </p:nvSpPr>
        <p:spPr>
          <a:xfrm>
            <a:off x="11183937" y="5992812"/>
            <a:ext cx="246062" cy="190500"/>
          </a:xfrm>
          <a:custGeom>
            <a:avLst/>
            <a:gdLst/>
            <a:ahLst/>
            <a:cxnLst/>
            <a:rect l="l" t="t" r="r" b="b"/>
            <a:pathLst>
              <a:path w="31000" h="24000">
                <a:moveTo>
                  <a:pt x="31000" y="16500"/>
                </a:moveTo>
                <a:lnTo>
                  <a:pt x="22000" y="16500"/>
                </a:lnTo>
                <a:lnTo>
                  <a:pt x="22000" y="24000"/>
                </a:lnTo>
                <a:lnTo>
                  <a:pt x="0" y="12000"/>
                </a:lnTo>
                <a:lnTo>
                  <a:pt x="22000" y="0"/>
                </a:lnTo>
                <a:lnTo>
                  <a:pt x="22000" y="7500"/>
                </a:lnTo>
                <a:lnTo>
                  <a:pt x="3100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e4a" descr="Editable line; source id e4a"/>
          <p:cNvCxnSpPr/>
          <p:nvPr/>
        </p:nvCxnSpPr>
        <p:spPr>
          <a:xfrm flipH="1">
            <a:off x="8310562" y="6088062"/>
            <a:ext cx="182562" cy="0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4b" descr="Editable line; source id e4b"/>
          <p:cNvSpPr/>
          <p:nvPr/>
        </p:nvSpPr>
        <p:spPr>
          <a:xfrm>
            <a:off x="7119937" y="6000750"/>
            <a:ext cx="174625" cy="174625"/>
          </a:xfrm>
          <a:custGeom>
            <a:avLst/>
            <a:gdLst/>
            <a:ahLst/>
            <a:cxnLst/>
            <a:rect l="l" t="t" r="r" b="b"/>
            <a:pathLst>
              <a:path w="22000" h="22000">
                <a:moveTo>
                  <a:pt x="22000" y="15500"/>
                </a:moveTo>
                <a:lnTo>
                  <a:pt x="18000" y="15500"/>
                </a:lnTo>
                <a:lnTo>
                  <a:pt x="18000" y="22000"/>
                </a:lnTo>
                <a:lnTo>
                  <a:pt x="0" y="11000"/>
                </a:lnTo>
                <a:lnTo>
                  <a:pt x="18000" y="0"/>
                </a:lnTo>
                <a:lnTo>
                  <a:pt x="18000" y="6500"/>
                </a:lnTo>
                <a:lnTo>
                  <a:pt x="22000" y="6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4_p" descr="Editable shape; source id e4_p"/>
          <p:cNvSpPr/>
          <p:nvPr/>
        </p:nvSpPr>
        <p:spPr>
          <a:xfrm>
            <a:off x="7310437" y="5897562"/>
            <a:ext cx="98424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4_pt" descr="Editable text; source id e4_pt"/>
          <p:cNvSpPr txBox="1"/>
          <p:nvPr/>
        </p:nvSpPr>
        <p:spPr>
          <a:xfrm>
            <a:off x="7373937" y="5929312"/>
            <a:ext cx="857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cxnSp>
        <p:nvCxnSpPr>
          <p:cNvPr id="38" name="e5a" descr="Editable line; source id e5a"/>
          <p:cNvCxnSpPr/>
          <p:nvPr/>
        </p:nvCxnSpPr>
        <p:spPr>
          <a:xfrm flipH="1">
            <a:off x="4143374" y="6088062"/>
            <a:ext cx="190500" cy="0"/>
          </a:xfrm>
          <a:prstGeom prst="line">
            <a:avLst/>
          </a:prstGeom>
          <a:ln w="7143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5b" descr="Editable line; source id e5b"/>
          <p:cNvSpPr/>
          <p:nvPr/>
        </p:nvSpPr>
        <p:spPr>
          <a:xfrm>
            <a:off x="2944812" y="6000750"/>
            <a:ext cx="182562" cy="174625"/>
          </a:xfrm>
          <a:custGeom>
            <a:avLst/>
            <a:gdLst/>
            <a:ahLst/>
            <a:cxnLst/>
            <a:rect l="l" t="t" r="r" b="b"/>
            <a:pathLst>
              <a:path w="23000" h="22000">
                <a:moveTo>
                  <a:pt x="23000" y="15500"/>
                </a:moveTo>
                <a:lnTo>
                  <a:pt x="18000" y="15500"/>
                </a:lnTo>
                <a:lnTo>
                  <a:pt x="18000" y="22000"/>
                </a:lnTo>
                <a:lnTo>
                  <a:pt x="0" y="11000"/>
                </a:lnTo>
                <a:lnTo>
                  <a:pt x="18000" y="0"/>
                </a:lnTo>
                <a:lnTo>
                  <a:pt x="18000" y="6500"/>
                </a:lnTo>
                <a:lnTo>
                  <a:pt x="23000" y="6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5_p" descr="Editable shape; source id e5_p"/>
          <p:cNvSpPr/>
          <p:nvPr/>
        </p:nvSpPr>
        <p:spPr>
          <a:xfrm>
            <a:off x="3143249" y="5897562"/>
            <a:ext cx="98424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5_pt" descr="Editable text; source id e5_pt"/>
          <p:cNvSpPr txBox="1"/>
          <p:nvPr/>
        </p:nvSpPr>
        <p:spPr>
          <a:xfrm>
            <a:off x="3206749" y="5929312"/>
            <a:ext cx="857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