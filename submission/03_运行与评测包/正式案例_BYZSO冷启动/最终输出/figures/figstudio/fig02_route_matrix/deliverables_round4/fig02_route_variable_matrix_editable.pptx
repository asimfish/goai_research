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不同合成方法的条件比较与产物表征（super_teaser 第四轮 R05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06374" y="222249"/>
            <a:ext cx="11779249" cy="2571749"/>
          </a:xfrm>
          <a:prstGeom prst="roundRect">
            <a:avLst>
              <a:gd name="adj" fmla="val 4320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49249" y="301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M" descr="Editable shape; source id zM"/>
          <p:cNvSpPr/>
          <p:nvPr/>
        </p:nvSpPr>
        <p:spPr>
          <a:xfrm>
            <a:off x="206374" y="3095624"/>
            <a:ext cx="11779249" cy="2079624"/>
          </a:xfrm>
          <a:prstGeom prst="roundRect">
            <a:avLst>
              <a:gd name="adj" fmla="val 5343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M_l" descr="Editable text; source id zM_l"/>
          <p:cNvSpPr txBox="1"/>
          <p:nvPr/>
        </p:nvSpPr>
        <p:spPr>
          <a:xfrm>
            <a:off x="349249" y="3174999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zB" descr="Editable shape; source id zB"/>
          <p:cNvSpPr/>
          <p:nvPr/>
        </p:nvSpPr>
        <p:spPr>
          <a:xfrm>
            <a:off x="206374" y="5476874"/>
            <a:ext cx="11779249" cy="2190749"/>
          </a:xfrm>
          <a:prstGeom prst="roundRect">
            <a:avLst>
              <a:gd name="adj" fmla="val 5072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B_l" descr="Editable text; source id zB_l"/>
          <p:cNvSpPr txBox="1"/>
          <p:nvPr/>
        </p:nvSpPr>
        <p:spPr>
          <a:xfrm>
            <a:off x="349249" y="5556249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sp>
        <p:nvSpPr>
          <p:cNvPr id="8" name="leg" descr="Editable shape; source id leg"/>
          <p:cNvSpPr/>
          <p:nvPr/>
        </p:nvSpPr>
        <p:spPr>
          <a:xfrm>
            <a:off x="9937749" y="285749"/>
            <a:ext cx="1230312" cy="293687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8731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_t" descr="Editable text; source id leg_t"/>
          <p:cNvSpPr txBox="1"/>
          <p:nvPr/>
        </p:nvSpPr>
        <p:spPr>
          <a:xfrm>
            <a:off x="10017124" y="317499"/>
            <a:ext cx="1071562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虚线＝工艺参照</a:t>
            </a:r>
          </a:p>
        </p:txBody>
      </p:sp>
      <p:sp>
        <p:nvSpPr>
          <p:cNvPr id="10" name="r1" descr="Editable shape; source id r1"/>
          <p:cNvSpPr/>
          <p:nvPr/>
        </p:nvSpPr>
        <p:spPr>
          <a:xfrm>
            <a:off x="396874" y="666749"/>
            <a:ext cx="2254249" cy="1936749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1_a" descr="Editable shape; source id r1_a"/>
          <p:cNvSpPr/>
          <p:nvPr/>
        </p:nvSpPr>
        <p:spPr>
          <a:xfrm>
            <a:off x="396874" y="666749"/>
            <a:ext cx="2254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1_g_b_0" descr="Editable line; source id r1_g_b_0"/>
          <p:cNvCxnSpPr/>
          <p:nvPr/>
        </p:nvCxnSpPr>
        <p:spPr>
          <a:xfrm>
            <a:off x="579437" y="904874"/>
            <a:ext cx="31750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1_g_b_1" descr="Editable line; source id r1_g_b_1"/>
          <p:cNvCxnSpPr/>
          <p:nvPr/>
        </p:nvCxnSpPr>
        <p:spPr>
          <a:xfrm>
            <a:off x="611187" y="1047749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1_g_b_2" descr="Editable line; source id r1_g_b_2"/>
          <p:cNvCxnSpPr/>
          <p:nvPr/>
        </p:nvCxnSpPr>
        <p:spPr>
          <a:xfrm flipV="1">
            <a:off x="706437" y="904874"/>
            <a:ext cx="31750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1_g_r" descr="Editable line; source id r1_g_r"/>
          <p:cNvCxnSpPr/>
          <p:nvPr/>
        </p:nvCxnSpPr>
        <p:spPr>
          <a:xfrm>
            <a:off x="563562" y="904874"/>
            <a:ext cx="190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1_t" descr="Editable text; source id r1_t"/>
          <p:cNvSpPr txBox="1"/>
          <p:nvPr/>
        </p:nvSpPr>
        <p:spPr>
          <a:xfrm>
            <a:off x="873124" y="825499"/>
            <a:ext cx="165099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外加助熔</a:t>
            </a:r>
          </a:p>
        </p:txBody>
      </p:sp>
      <p:sp>
        <p:nvSpPr>
          <p:cNvPr id="17" name="r1c_t0" descr="Editable shape; source id r1c_t0"/>
          <p:cNvSpPr/>
          <p:nvPr/>
        </p:nvSpPr>
        <p:spPr>
          <a:xfrm>
            <a:off x="523874" y="1230312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1c_t0_t" descr="Editable text; source id r1c_t0_t"/>
          <p:cNvSpPr txBox="1"/>
          <p:nvPr/>
        </p:nvSpPr>
        <p:spPr>
          <a:xfrm>
            <a:off x="579437" y="1262062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溶解</a:t>
            </a:r>
          </a:p>
        </p:txBody>
      </p:sp>
      <p:sp>
        <p:nvSpPr>
          <p:cNvPr id="19" name="r1c_t1" descr="Editable shape; source id r1c_t1"/>
          <p:cNvSpPr/>
          <p:nvPr/>
        </p:nvSpPr>
        <p:spPr>
          <a:xfrm>
            <a:off x="523874" y="1698624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1c_t1_t" descr="Editable text; source id r1c_t1_t"/>
          <p:cNvSpPr txBox="1"/>
          <p:nvPr/>
        </p:nvSpPr>
        <p:spPr>
          <a:xfrm>
            <a:off x="579437" y="1730374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21" name="r1c_a1" descr="Editable line; source id r1c_a1"/>
          <p:cNvSpPr/>
          <p:nvPr/>
        </p:nvSpPr>
        <p:spPr>
          <a:xfrm>
            <a:off x="1498457" y="1571625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1c_t2" descr="Editable shape; source id r1c_t2"/>
          <p:cNvSpPr/>
          <p:nvPr/>
        </p:nvSpPr>
        <p:spPr>
          <a:xfrm>
            <a:off x="523874" y="2158999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1c_t2_t" descr="Editable text; source id r1c_t2_t"/>
          <p:cNvSpPr txBox="1"/>
          <p:nvPr/>
        </p:nvSpPr>
        <p:spPr>
          <a:xfrm>
            <a:off x="579437" y="2190749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慢冷分离</a:t>
            </a:r>
          </a:p>
        </p:txBody>
      </p:sp>
      <p:sp>
        <p:nvSpPr>
          <p:cNvPr id="24" name="r1c_a2" descr="Editable line; source id r1c_a2"/>
          <p:cNvSpPr/>
          <p:nvPr/>
        </p:nvSpPr>
        <p:spPr>
          <a:xfrm>
            <a:off x="1498457" y="2032000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2" descr="Editable shape; source id r2"/>
          <p:cNvSpPr/>
          <p:nvPr/>
        </p:nvSpPr>
        <p:spPr>
          <a:xfrm>
            <a:off x="2698749" y="666749"/>
            <a:ext cx="2254249" cy="1936749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2_a" descr="Editable shape; source id r2_a"/>
          <p:cNvSpPr/>
          <p:nvPr/>
        </p:nvSpPr>
        <p:spPr>
          <a:xfrm>
            <a:off x="2698749" y="666749"/>
            <a:ext cx="2254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r2_g_f_0" descr="Editable line; source id r2_g_f_0"/>
          <p:cNvCxnSpPr/>
          <p:nvPr/>
        </p:nvCxnSpPr>
        <p:spPr>
          <a:xfrm>
            <a:off x="2960687" y="849312"/>
            <a:ext cx="39687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2_g_f_1" descr="Editable line; source id r2_g_f_1"/>
          <p:cNvCxnSpPr/>
          <p:nvPr/>
        </p:nvCxnSpPr>
        <p:spPr>
          <a:xfrm flipH="1">
            <a:off x="2984499" y="912812"/>
            <a:ext cx="15875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2_g_f_2" descr="Editable line; source id r2_g_f_2"/>
          <p:cNvCxnSpPr/>
          <p:nvPr/>
        </p:nvCxnSpPr>
        <p:spPr>
          <a:xfrm flipH="1" flipV="1">
            <a:off x="2960687" y="904874"/>
            <a:ext cx="23812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2_g_f_3" descr="Editable line; source id r2_g_f_3"/>
          <p:cNvCxnSpPr/>
          <p:nvPr/>
        </p:nvCxnSpPr>
        <p:spPr>
          <a:xfrm flipH="1">
            <a:off x="2936874" y="904874"/>
            <a:ext cx="23813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2_g_f_4" descr="Editable line; source id r2_g_f_4"/>
          <p:cNvCxnSpPr/>
          <p:nvPr/>
        </p:nvCxnSpPr>
        <p:spPr>
          <a:xfrm flipH="1" flipV="1">
            <a:off x="2920999" y="912812"/>
            <a:ext cx="15875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2_g_f_5" descr="Editable line; source id r2_g_f_5"/>
          <p:cNvCxnSpPr/>
          <p:nvPr/>
        </p:nvCxnSpPr>
        <p:spPr>
          <a:xfrm flipV="1">
            <a:off x="2920999" y="849312"/>
            <a:ext cx="39688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2_g_b_0" descr="Editable line; source id r2_g_b_0"/>
          <p:cNvCxnSpPr/>
          <p:nvPr/>
        </p:nvCxnSpPr>
        <p:spPr>
          <a:xfrm>
            <a:off x="2889249" y="976312"/>
            <a:ext cx="23813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2_g_b_1" descr="Editable line; source id r2_g_b_1"/>
          <p:cNvCxnSpPr/>
          <p:nvPr/>
        </p:nvCxnSpPr>
        <p:spPr>
          <a:xfrm>
            <a:off x="2913062" y="1055687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2_g_b_2" descr="Editable line; source id r2_g_b_2"/>
          <p:cNvCxnSpPr/>
          <p:nvPr/>
        </p:nvCxnSpPr>
        <p:spPr>
          <a:xfrm flipV="1">
            <a:off x="3008312" y="976312"/>
            <a:ext cx="23812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2_g_r" descr="Editable line; source id r2_g_r"/>
          <p:cNvCxnSpPr/>
          <p:nvPr/>
        </p:nvCxnSpPr>
        <p:spPr>
          <a:xfrm>
            <a:off x="2873374" y="976312"/>
            <a:ext cx="174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2_t" descr="Editable text; source id r2_t"/>
          <p:cNvSpPr txBox="1"/>
          <p:nvPr/>
        </p:nvSpPr>
        <p:spPr>
          <a:xfrm>
            <a:off x="3174999" y="825499"/>
            <a:ext cx="165099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自熔</a:t>
            </a:r>
            <a:r>
              <a:rPr sz="139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熔体</a:t>
            </a:r>
          </a:p>
        </p:txBody>
      </p:sp>
      <p:sp>
        <p:nvSpPr>
          <p:cNvPr id="38" name="r2c_t0" descr="Editable shape; source id r2c_t0"/>
          <p:cNvSpPr/>
          <p:nvPr/>
        </p:nvSpPr>
        <p:spPr>
          <a:xfrm>
            <a:off x="2825749" y="1230312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2c_t0_t" descr="Editable text; source id r2c_t0_t"/>
          <p:cNvSpPr txBox="1"/>
          <p:nvPr/>
        </p:nvSpPr>
        <p:spPr>
          <a:xfrm>
            <a:off x="2881312" y="1262062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均化</a:t>
            </a:r>
          </a:p>
        </p:txBody>
      </p:sp>
      <p:sp>
        <p:nvSpPr>
          <p:cNvPr id="40" name="r2c_t1" descr="Editable shape; source id r2c_t1"/>
          <p:cNvSpPr/>
          <p:nvPr/>
        </p:nvSpPr>
        <p:spPr>
          <a:xfrm>
            <a:off x="2825749" y="1698624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2c_t1_t" descr="Editable text; source id r2c_t1_t"/>
          <p:cNvSpPr txBox="1"/>
          <p:nvPr/>
        </p:nvSpPr>
        <p:spPr>
          <a:xfrm>
            <a:off x="2881312" y="1730374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自发成核</a:t>
            </a:r>
          </a:p>
        </p:txBody>
      </p:sp>
      <p:sp>
        <p:nvSpPr>
          <p:cNvPr id="42" name="r2c_a1" descr="Editable line; source id r2c_a1"/>
          <p:cNvSpPr/>
          <p:nvPr/>
        </p:nvSpPr>
        <p:spPr>
          <a:xfrm>
            <a:off x="3800332" y="1571625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2c_t2" descr="Editable shape; source id r2c_t2"/>
          <p:cNvSpPr/>
          <p:nvPr/>
        </p:nvSpPr>
        <p:spPr>
          <a:xfrm>
            <a:off x="2825749" y="2158999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2c_t2_t" descr="Editable text; source id r2c_t2_t"/>
          <p:cNvSpPr txBox="1"/>
          <p:nvPr/>
        </p:nvSpPr>
        <p:spPr>
          <a:xfrm>
            <a:off x="2881312" y="2190749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受控冷却</a:t>
            </a:r>
          </a:p>
        </p:txBody>
      </p:sp>
      <p:sp>
        <p:nvSpPr>
          <p:cNvPr id="45" name="r2c_a2" descr="Editable line; source id r2c_a2"/>
          <p:cNvSpPr/>
          <p:nvPr/>
        </p:nvSpPr>
        <p:spPr>
          <a:xfrm>
            <a:off x="3800332" y="2032000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3" descr="Editable shape; source id r3"/>
          <p:cNvSpPr/>
          <p:nvPr/>
        </p:nvSpPr>
        <p:spPr>
          <a:xfrm>
            <a:off x="5000624" y="666749"/>
            <a:ext cx="2254249" cy="1936749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3_a" descr="Editable shape; source id r3_a"/>
          <p:cNvSpPr/>
          <p:nvPr/>
        </p:nvSpPr>
        <p:spPr>
          <a:xfrm>
            <a:off x="5000624" y="666749"/>
            <a:ext cx="2254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3_g_e1" descr="Editable shape; source id r3_g_e1"/>
          <p:cNvSpPr/>
          <p:nvPr/>
        </p:nvSpPr>
        <p:spPr>
          <a:xfrm>
            <a:off x="5167312" y="888999"/>
            <a:ext cx="182562" cy="5556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r3_g_s1" descr="Editable line; source id r3_g_s1"/>
          <p:cNvCxnSpPr/>
          <p:nvPr/>
        </p:nvCxnSpPr>
        <p:spPr>
          <a:xfrm>
            <a:off x="5167312" y="920749"/>
            <a:ext cx="0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3_g_s2" descr="Editable line; source id r3_g_s2"/>
          <p:cNvCxnSpPr/>
          <p:nvPr/>
        </p:nvCxnSpPr>
        <p:spPr>
          <a:xfrm>
            <a:off x="5357812" y="920749"/>
            <a:ext cx="0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3_g_e2" descr="Editable shape; source id r3_g_e2"/>
          <p:cNvSpPr/>
          <p:nvPr/>
        </p:nvSpPr>
        <p:spPr>
          <a:xfrm>
            <a:off x="5167312" y="968374"/>
            <a:ext cx="182562" cy="5556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3_t" descr="Editable text; source id r3_t"/>
          <p:cNvSpPr txBox="1"/>
          <p:nvPr/>
        </p:nvSpPr>
        <p:spPr>
          <a:xfrm>
            <a:off x="5476874" y="825499"/>
            <a:ext cx="165099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固相陶瓷</a:t>
            </a:r>
          </a:p>
        </p:txBody>
      </p:sp>
      <p:sp>
        <p:nvSpPr>
          <p:cNvPr id="53" name="r3c_t0" descr="Editable shape; source id r3c_t0"/>
          <p:cNvSpPr/>
          <p:nvPr/>
        </p:nvSpPr>
        <p:spPr>
          <a:xfrm>
            <a:off x="5127624" y="1230312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3c_t0_t" descr="Editable text; source id r3c_t0_t"/>
          <p:cNvSpPr txBox="1"/>
          <p:nvPr/>
        </p:nvSpPr>
        <p:spPr>
          <a:xfrm>
            <a:off x="5183187" y="1262062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混合压片</a:t>
            </a:r>
          </a:p>
        </p:txBody>
      </p:sp>
      <p:sp>
        <p:nvSpPr>
          <p:cNvPr id="55" name="r3c_t1" descr="Editable shape; source id r3c_t1"/>
          <p:cNvSpPr/>
          <p:nvPr/>
        </p:nvSpPr>
        <p:spPr>
          <a:xfrm>
            <a:off x="5127624" y="1698624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3c_t1_t" descr="Editable text; source id r3c_t1_t"/>
          <p:cNvSpPr txBox="1"/>
          <p:nvPr/>
        </p:nvSpPr>
        <p:spPr>
          <a:xfrm>
            <a:off x="5183187" y="1730374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煅烧复磨</a:t>
            </a:r>
          </a:p>
        </p:txBody>
      </p:sp>
      <p:sp>
        <p:nvSpPr>
          <p:cNvPr id="57" name="r3c_a1" descr="Editable line; source id r3c_a1"/>
          <p:cNvSpPr/>
          <p:nvPr/>
        </p:nvSpPr>
        <p:spPr>
          <a:xfrm>
            <a:off x="6102207" y="1571625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3c_t2" descr="Editable shape; source id r3c_t2"/>
          <p:cNvSpPr/>
          <p:nvPr/>
        </p:nvSpPr>
        <p:spPr>
          <a:xfrm>
            <a:off x="5127624" y="2158999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3c_t2_t" descr="Editable text; source id r3c_t2_t"/>
          <p:cNvSpPr txBox="1"/>
          <p:nvPr/>
        </p:nvSpPr>
        <p:spPr>
          <a:xfrm>
            <a:off x="5183187" y="2190749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烧结</a:t>
            </a:r>
          </a:p>
        </p:txBody>
      </p:sp>
      <p:sp>
        <p:nvSpPr>
          <p:cNvPr id="60" name="r3c_a2" descr="Editable line; source id r3c_a2"/>
          <p:cNvSpPr/>
          <p:nvPr/>
        </p:nvSpPr>
        <p:spPr>
          <a:xfrm>
            <a:off x="6102207" y="2032000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4" descr="Editable shape; source id r4"/>
          <p:cNvSpPr/>
          <p:nvPr/>
        </p:nvSpPr>
        <p:spPr>
          <a:xfrm>
            <a:off x="7302499" y="666749"/>
            <a:ext cx="2254249" cy="1936749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4_a" descr="Editable shape; source id r4_a"/>
          <p:cNvSpPr/>
          <p:nvPr/>
        </p:nvSpPr>
        <p:spPr>
          <a:xfrm>
            <a:off x="7302499" y="666749"/>
            <a:ext cx="2254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4_g_j" descr="Editable shape; source id r4_g_j"/>
          <p:cNvSpPr/>
          <p:nvPr/>
        </p:nvSpPr>
        <p:spPr>
          <a:xfrm>
            <a:off x="7485062" y="881062"/>
            <a:ext cx="158749" cy="174624"/>
          </a:xfrm>
          <a:prstGeom prst="roundRect">
            <a:avLst>
              <a:gd name="adj" fmla="val 17000"/>
            </a:avLst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r4_g_c" descr="Editable line; source id r4_g_c"/>
          <p:cNvCxnSpPr/>
          <p:nvPr/>
        </p:nvCxnSpPr>
        <p:spPr>
          <a:xfrm>
            <a:off x="7485062" y="912812"/>
            <a:ext cx="158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4_g_b0" descr="Editable shape; source id r4_g_b0"/>
          <p:cNvSpPr/>
          <p:nvPr/>
        </p:nvSpPr>
        <p:spPr>
          <a:xfrm>
            <a:off x="7508874" y="952499"/>
            <a:ext cx="39687" cy="396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4_g_b1" descr="Editable shape; source id r4_g_b1"/>
          <p:cNvSpPr/>
          <p:nvPr/>
        </p:nvSpPr>
        <p:spPr>
          <a:xfrm>
            <a:off x="7564437" y="936624"/>
            <a:ext cx="39687" cy="396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4_g_b2" descr="Editable shape; source id r4_g_b2"/>
          <p:cNvSpPr/>
          <p:nvPr/>
        </p:nvSpPr>
        <p:spPr>
          <a:xfrm>
            <a:off x="7540624" y="992187"/>
            <a:ext cx="39687" cy="396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4_t" descr="Editable text; source id r4_t"/>
          <p:cNvSpPr txBox="1"/>
          <p:nvPr/>
        </p:nvSpPr>
        <p:spPr>
          <a:xfrm>
            <a:off x="7778749" y="825499"/>
            <a:ext cx="165099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机械化学预活化</a:t>
            </a:r>
          </a:p>
        </p:txBody>
      </p:sp>
      <p:sp>
        <p:nvSpPr>
          <p:cNvPr id="69" name="r4c_t0" descr="Editable shape; source id r4c_t0"/>
          <p:cNvSpPr/>
          <p:nvPr/>
        </p:nvSpPr>
        <p:spPr>
          <a:xfrm>
            <a:off x="7429499" y="1230312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4c_t0_t" descr="Editable text; source id r4c_t0_t"/>
          <p:cNvSpPr txBox="1"/>
          <p:nvPr/>
        </p:nvSpPr>
        <p:spPr>
          <a:xfrm>
            <a:off x="7485062" y="1262062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高能研磨</a:t>
            </a:r>
          </a:p>
        </p:txBody>
      </p:sp>
      <p:sp>
        <p:nvSpPr>
          <p:cNvPr id="71" name="r4c_t1" descr="Editable shape; source id r4c_t1"/>
          <p:cNvSpPr/>
          <p:nvPr/>
        </p:nvSpPr>
        <p:spPr>
          <a:xfrm>
            <a:off x="7429499" y="1698624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4c_t1_t" descr="Editable text; source id r4c_t1_t"/>
          <p:cNvSpPr txBox="1"/>
          <p:nvPr/>
        </p:nvSpPr>
        <p:spPr>
          <a:xfrm>
            <a:off x="7485062" y="1730374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活化</a:t>
            </a:r>
          </a:p>
        </p:txBody>
      </p:sp>
      <p:sp>
        <p:nvSpPr>
          <p:cNvPr id="73" name="r4c_a1" descr="Editable line; source id r4c_a1"/>
          <p:cNvSpPr/>
          <p:nvPr/>
        </p:nvSpPr>
        <p:spPr>
          <a:xfrm>
            <a:off x="8404082" y="1571625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4c_t2" descr="Editable shape; source id r4c_t2"/>
          <p:cNvSpPr/>
          <p:nvPr/>
        </p:nvSpPr>
        <p:spPr>
          <a:xfrm>
            <a:off x="7429499" y="2158999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4c_t2_t" descr="Editable text; source id r4c_t2_t"/>
          <p:cNvSpPr txBox="1"/>
          <p:nvPr/>
        </p:nvSpPr>
        <p:spPr>
          <a:xfrm>
            <a:off x="7485062" y="2190749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后续成相</a:t>
            </a:r>
          </a:p>
        </p:txBody>
      </p:sp>
      <p:sp>
        <p:nvSpPr>
          <p:cNvPr id="76" name="r4c_a2" descr="Editable line; source id r4c_a2"/>
          <p:cNvSpPr/>
          <p:nvPr/>
        </p:nvSpPr>
        <p:spPr>
          <a:xfrm>
            <a:off x="8404082" y="2032000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5" descr="Editable shape; source id r5"/>
          <p:cNvSpPr/>
          <p:nvPr/>
        </p:nvSpPr>
        <p:spPr>
          <a:xfrm>
            <a:off x="9604374" y="666749"/>
            <a:ext cx="2254249" cy="1936749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r5_g_r" descr="Editable line; source id r5_g_r"/>
          <p:cNvCxnSpPr/>
          <p:nvPr/>
        </p:nvCxnSpPr>
        <p:spPr>
          <a:xfrm>
            <a:off x="9866312" y="793749"/>
            <a:ext cx="0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r5_g_c_0" descr="Editable line; source id r5_g_c_0"/>
          <p:cNvCxnSpPr/>
          <p:nvPr/>
        </p:nvCxnSpPr>
        <p:spPr>
          <a:xfrm>
            <a:off x="9866312" y="865187"/>
            <a:ext cx="39687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r5_g_c_1" descr="Editable line; source id r5_g_c_1"/>
          <p:cNvCxnSpPr/>
          <p:nvPr/>
        </p:nvCxnSpPr>
        <p:spPr>
          <a:xfrm flipH="1">
            <a:off x="9866312" y="912812"/>
            <a:ext cx="39687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5_g_c_2" descr="Editable line; source id r5_g_c_2"/>
          <p:cNvCxnSpPr/>
          <p:nvPr/>
        </p:nvCxnSpPr>
        <p:spPr>
          <a:xfrm flipH="1" flipV="1">
            <a:off x="9826624" y="912812"/>
            <a:ext cx="39688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5_g_c_3" descr="Editable line; source id r5_g_c_3"/>
          <p:cNvCxnSpPr/>
          <p:nvPr/>
        </p:nvCxnSpPr>
        <p:spPr>
          <a:xfrm flipV="1">
            <a:off x="9826624" y="865187"/>
            <a:ext cx="39688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5_g_m_0" descr="Editable line; source id r5_g_m_0"/>
          <p:cNvCxnSpPr/>
          <p:nvPr/>
        </p:nvCxnSpPr>
        <p:spPr>
          <a:xfrm>
            <a:off x="9794874" y="976312"/>
            <a:ext cx="15875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5_g_m_1" descr="Editable line; source id r5_g_m_1"/>
          <p:cNvCxnSpPr/>
          <p:nvPr/>
        </p:nvCxnSpPr>
        <p:spPr>
          <a:xfrm>
            <a:off x="9810749" y="1023937"/>
            <a:ext cx="111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5_g_m_2" descr="Editable line; source id r5_g_m_2"/>
          <p:cNvCxnSpPr/>
          <p:nvPr/>
        </p:nvCxnSpPr>
        <p:spPr>
          <a:xfrm flipV="1">
            <a:off x="9921874" y="976312"/>
            <a:ext cx="15875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5_g_t" descr="Editable line; source id r5_g_t"/>
          <p:cNvCxnSpPr/>
          <p:nvPr/>
        </p:nvCxnSpPr>
        <p:spPr>
          <a:xfrm>
            <a:off x="9778999" y="976312"/>
            <a:ext cx="174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5_t" descr="Editable text; source id r5_t"/>
          <p:cNvSpPr txBox="1"/>
          <p:nvPr/>
        </p:nvSpPr>
        <p:spPr>
          <a:xfrm>
            <a:off x="10080624" y="777874"/>
            <a:ext cx="165099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392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sp>
        <p:nvSpPr>
          <p:cNvPr id="88" name="r5c_t0" descr="Editable shape; source id r5c_t0"/>
          <p:cNvSpPr/>
          <p:nvPr/>
        </p:nvSpPr>
        <p:spPr>
          <a:xfrm>
            <a:off x="9731374" y="1230312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5c_t0_t" descr="Editable text; source id r5c_t0_t"/>
          <p:cNvSpPr txBox="1"/>
          <p:nvPr/>
        </p:nvSpPr>
        <p:spPr>
          <a:xfrm>
            <a:off x="9786937" y="1262062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预烧熔化</a:t>
            </a:r>
          </a:p>
        </p:txBody>
      </p:sp>
      <p:sp>
        <p:nvSpPr>
          <p:cNvPr id="90" name="r5c_t1" descr="Editable shape; source id r5c_t1"/>
          <p:cNvSpPr/>
          <p:nvPr/>
        </p:nvSpPr>
        <p:spPr>
          <a:xfrm>
            <a:off x="9731374" y="1698624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5c_t1_t" descr="Editable text; source id r5c_t1_t"/>
          <p:cNvSpPr txBox="1"/>
          <p:nvPr/>
        </p:nvSpPr>
        <p:spPr>
          <a:xfrm>
            <a:off x="9786937" y="1730374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籽晶提拉</a:t>
            </a:r>
          </a:p>
        </p:txBody>
      </p:sp>
      <p:sp>
        <p:nvSpPr>
          <p:cNvPr id="92" name="r5c_a1" descr="Editable line; source id r5c_a1"/>
          <p:cNvSpPr/>
          <p:nvPr/>
        </p:nvSpPr>
        <p:spPr>
          <a:xfrm>
            <a:off x="10705957" y="1571625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5c_t2" descr="Editable shape; source id r5c_t2"/>
          <p:cNvSpPr/>
          <p:nvPr/>
        </p:nvSpPr>
        <p:spPr>
          <a:xfrm>
            <a:off x="9731374" y="2158999"/>
            <a:ext cx="2000249" cy="317499"/>
          </a:xfrm>
          <a:prstGeom prst="roundRect">
            <a:avLst>
              <a:gd name="adj" fmla="val 15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5c_t2_t" descr="Editable text; source id r5c_t2_t"/>
          <p:cNvSpPr txBox="1"/>
          <p:nvPr/>
        </p:nvSpPr>
        <p:spPr>
          <a:xfrm>
            <a:off x="9786937" y="2190749"/>
            <a:ext cx="1889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95" name="r5c_a2" descr="Editable line; source id r5c_a2"/>
          <p:cNvSpPr/>
          <p:nvPr/>
        </p:nvSpPr>
        <p:spPr>
          <a:xfrm>
            <a:off x="10705957" y="2032000"/>
            <a:ext cx="51086" cy="103187"/>
          </a:xfrm>
          <a:custGeom>
            <a:avLst/>
            <a:gdLst/>
            <a:ahLst/>
            <a:cxnLst/>
            <a:rect l="l" t="t" r="r" b="b"/>
            <a:pathLst>
              <a:path w="6436" h="13000">
                <a:moveTo>
                  <a:pt x="4018" y="0"/>
                </a:moveTo>
                <a:lnTo>
                  <a:pt x="4018" y="5850"/>
                </a:lnTo>
                <a:lnTo>
                  <a:pt x="6436" y="5850"/>
                </a:lnTo>
                <a:lnTo>
                  <a:pt x="3218" y="13000"/>
                </a:lnTo>
                <a:lnTo>
                  <a:pt x="0" y="5850"/>
                </a:lnTo>
                <a:lnTo>
                  <a:pt x="2418" y="5850"/>
                </a:lnTo>
                <a:lnTo>
                  <a:pt x="2418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d" descr="Editable shape; source id led"/>
          <p:cNvSpPr/>
          <p:nvPr/>
        </p:nvSpPr>
        <p:spPr>
          <a:xfrm>
            <a:off x="396874" y="3508374"/>
            <a:ext cx="11398249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led_a" descr="Editable shape; source id led_a"/>
          <p:cNvSpPr/>
          <p:nvPr/>
        </p:nvSpPr>
        <p:spPr>
          <a:xfrm>
            <a:off x="396874" y="3508374"/>
            <a:ext cx="11398249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d_g_b" descr="Editable shape; source id led_g_b"/>
          <p:cNvSpPr/>
          <p:nvPr/>
        </p:nvSpPr>
        <p:spPr>
          <a:xfrm>
            <a:off x="555624" y="3746499"/>
            <a:ext cx="206374" cy="17462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led_g_r1" descr="Editable line; source id led_g_r1"/>
          <p:cNvCxnSpPr/>
          <p:nvPr/>
        </p:nvCxnSpPr>
        <p:spPr>
          <a:xfrm>
            <a:off x="555624" y="3802062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ed_g_r2" descr="Editable line; source id led_g_r2"/>
          <p:cNvCxnSpPr/>
          <p:nvPr/>
        </p:nvCxnSpPr>
        <p:spPr>
          <a:xfrm>
            <a:off x="555624" y="3865562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ed_g_c1" descr="Editable line; source id led_g_c1"/>
          <p:cNvCxnSpPr/>
          <p:nvPr/>
        </p:nvCxnSpPr>
        <p:spPr>
          <a:xfrm>
            <a:off x="627062" y="3746499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ed_g_c2" descr="Editable line; source id led_g_c2"/>
          <p:cNvCxnSpPr/>
          <p:nvPr/>
        </p:nvCxnSpPr>
        <p:spPr>
          <a:xfrm>
            <a:off x="690562" y="3746499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ed_t" descr="Editable text; source id led_t"/>
          <p:cNvSpPr txBox="1"/>
          <p:nvPr/>
        </p:nvSpPr>
        <p:spPr>
          <a:xfrm>
            <a:off x="873124" y="3682999"/>
            <a:ext cx="9255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57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统一实验记录</a:t>
            </a:r>
          </a:p>
        </p:txBody>
      </p:sp>
      <p:sp>
        <p:nvSpPr>
          <p:cNvPr id="104" name="led_tg" descr="Editable shape; source id led_tg"/>
          <p:cNvSpPr/>
          <p:nvPr/>
        </p:nvSpPr>
        <p:spPr>
          <a:xfrm>
            <a:off x="10191749" y="3682999"/>
            <a:ext cx="1476374" cy="293687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952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ed_tgt" descr="Editable text; source id led_tgt"/>
          <p:cNvSpPr txBox="1"/>
          <p:nvPr/>
        </p:nvSpPr>
        <p:spPr>
          <a:xfrm>
            <a:off x="10255249" y="3714749"/>
            <a:ext cx="13493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抽取框架</a:t>
            </a:r>
            <a:r>
              <a:rPr sz="1062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06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实验处方</a:t>
            </a:r>
          </a:p>
        </p:txBody>
      </p:sp>
      <p:sp>
        <p:nvSpPr>
          <p:cNvPr id="106" name="ledr_r0" descr="Editable shape; source id ledr_r0"/>
          <p:cNvSpPr/>
          <p:nvPr/>
        </p:nvSpPr>
        <p:spPr>
          <a:xfrm>
            <a:off x="571499" y="4087812"/>
            <a:ext cx="2666999" cy="714374"/>
          </a:xfrm>
          <a:prstGeom prst="roundRect">
            <a:avLst>
              <a:gd name="adj" fmla="val 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edr_r0_t" descr="Editable text; source id ledr_r0_t"/>
          <p:cNvSpPr txBox="1"/>
          <p:nvPr/>
        </p:nvSpPr>
        <p:spPr>
          <a:xfrm>
            <a:off x="627062" y="4119562"/>
            <a:ext cx="2555874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配比与原料</a:t>
            </a:r>
          </a:p>
        </p:txBody>
      </p:sp>
      <p:cxnSp>
        <p:nvCxnSpPr>
          <p:cNvPr id="108" name="ledr_k0a" descr="Editable line; source id ledr_k0a"/>
          <p:cNvCxnSpPr/>
          <p:nvPr/>
        </p:nvCxnSpPr>
        <p:spPr>
          <a:xfrm>
            <a:off x="3032124" y="44449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ledr_k0b" descr="Editable line; source id ledr_k0b"/>
          <p:cNvCxnSpPr/>
          <p:nvPr/>
        </p:nvCxnSpPr>
        <p:spPr>
          <a:xfrm flipV="1">
            <a:off x="3079749" y="4389437"/>
            <a:ext cx="79375" cy="103187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ledr_r1" descr="Editable shape; source id ledr_r1"/>
          <p:cNvSpPr/>
          <p:nvPr/>
        </p:nvSpPr>
        <p:spPr>
          <a:xfrm>
            <a:off x="3365499" y="4087812"/>
            <a:ext cx="2666999" cy="714374"/>
          </a:xfrm>
          <a:prstGeom prst="roundRect">
            <a:avLst>
              <a:gd name="adj" fmla="val 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ledr_r1_t" descr="Editable text; source id ledr_r1_t"/>
          <p:cNvSpPr txBox="1"/>
          <p:nvPr/>
        </p:nvSpPr>
        <p:spPr>
          <a:xfrm>
            <a:off x="3421062" y="4119562"/>
            <a:ext cx="2555874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温度</a:t>
            </a:r>
            <a:r>
              <a:rPr sz="131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时间与气氛</a:t>
            </a:r>
          </a:p>
        </p:txBody>
      </p:sp>
      <p:cxnSp>
        <p:nvCxnSpPr>
          <p:cNvPr id="112" name="ledr_k1a" descr="Editable line; source id ledr_k1a"/>
          <p:cNvCxnSpPr/>
          <p:nvPr/>
        </p:nvCxnSpPr>
        <p:spPr>
          <a:xfrm>
            <a:off x="5826124" y="44449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ledr_k1b" descr="Editable line; source id ledr_k1b"/>
          <p:cNvCxnSpPr/>
          <p:nvPr/>
        </p:nvCxnSpPr>
        <p:spPr>
          <a:xfrm flipV="1">
            <a:off x="5873749" y="4389437"/>
            <a:ext cx="79375" cy="103187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ledr_r2" descr="Editable shape; source id ledr_r2"/>
          <p:cNvSpPr/>
          <p:nvPr/>
        </p:nvSpPr>
        <p:spPr>
          <a:xfrm>
            <a:off x="6159499" y="4087812"/>
            <a:ext cx="2666999" cy="714374"/>
          </a:xfrm>
          <a:prstGeom prst="roundRect">
            <a:avLst>
              <a:gd name="adj" fmla="val 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ledr_r2_t" descr="Editable text; source id ledr_r2_t"/>
          <p:cNvSpPr txBox="1"/>
          <p:nvPr/>
        </p:nvSpPr>
        <p:spPr>
          <a:xfrm>
            <a:off x="6215062" y="4119562"/>
            <a:ext cx="2555874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坩埚与助熔剂</a:t>
            </a:r>
          </a:p>
        </p:txBody>
      </p:sp>
      <p:cxnSp>
        <p:nvCxnSpPr>
          <p:cNvPr id="116" name="ledr_k2a" descr="Editable line; source id ledr_k2a"/>
          <p:cNvCxnSpPr/>
          <p:nvPr/>
        </p:nvCxnSpPr>
        <p:spPr>
          <a:xfrm>
            <a:off x="8620124" y="44449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ledr_k2b" descr="Editable line; source id ledr_k2b"/>
          <p:cNvCxnSpPr/>
          <p:nvPr/>
        </p:nvCxnSpPr>
        <p:spPr>
          <a:xfrm flipV="1">
            <a:off x="8667749" y="4389437"/>
            <a:ext cx="79375" cy="103187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ledr_r3" descr="Editable shape; source id ledr_r3"/>
          <p:cNvSpPr/>
          <p:nvPr/>
        </p:nvSpPr>
        <p:spPr>
          <a:xfrm>
            <a:off x="8953499" y="4087812"/>
            <a:ext cx="2666999" cy="714374"/>
          </a:xfrm>
          <a:prstGeom prst="roundRect">
            <a:avLst>
              <a:gd name="adj" fmla="val 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ledr_r3_t" descr="Editable text; source id ledr_r3_t"/>
          <p:cNvSpPr txBox="1"/>
          <p:nvPr/>
        </p:nvSpPr>
        <p:spPr>
          <a:xfrm>
            <a:off x="9009062" y="4119562"/>
            <a:ext cx="2555874" cy="650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冷却、生长与分离</a:t>
            </a:r>
          </a:p>
        </p:txBody>
      </p:sp>
      <p:cxnSp>
        <p:nvCxnSpPr>
          <p:cNvPr id="120" name="ledr_k3a" descr="Editable line; source id ledr_k3a"/>
          <p:cNvCxnSpPr/>
          <p:nvPr/>
        </p:nvCxnSpPr>
        <p:spPr>
          <a:xfrm>
            <a:off x="11414124" y="44449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ledr_k3b" descr="Editable line; source id ledr_k3b"/>
          <p:cNvCxnSpPr/>
          <p:nvPr/>
        </p:nvCxnSpPr>
        <p:spPr>
          <a:xfrm flipV="1">
            <a:off x="11461749" y="4389437"/>
            <a:ext cx="79375" cy="103187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k1" descr="Editable shape; source id k1"/>
          <p:cNvSpPr/>
          <p:nvPr/>
        </p:nvSpPr>
        <p:spPr>
          <a:xfrm>
            <a:off x="396874" y="6127749"/>
            <a:ext cx="2778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k1_a" descr="Editable shape; source id k1_a"/>
          <p:cNvSpPr/>
          <p:nvPr/>
        </p:nvSpPr>
        <p:spPr>
          <a:xfrm>
            <a:off x="396874" y="6127749"/>
            <a:ext cx="277812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k1_g_o_0" descr="Editable line; source id k1_g_o_0"/>
          <p:cNvCxnSpPr/>
          <p:nvPr/>
        </p:nvCxnSpPr>
        <p:spPr>
          <a:xfrm>
            <a:off x="658812" y="6318249"/>
            <a:ext cx="111125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k1_g_o_1" descr="Editable line; source id k1_g_o_1"/>
          <p:cNvCxnSpPr/>
          <p:nvPr/>
        </p:nvCxnSpPr>
        <p:spPr>
          <a:xfrm flipH="1">
            <a:off x="714374" y="6389687"/>
            <a:ext cx="55563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k1_g_o_2" descr="Editable line; source id k1_g_o_2"/>
          <p:cNvCxnSpPr/>
          <p:nvPr/>
        </p:nvCxnSpPr>
        <p:spPr>
          <a:xfrm flipH="1">
            <a:off x="603249" y="6532562"/>
            <a:ext cx="111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k1_g_o_3" descr="Editable line; source id k1_g_o_3"/>
          <p:cNvCxnSpPr/>
          <p:nvPr/>
        </p:nvCxnSpPr>
        <p:spPr>
          <a:xfrm flipH="1" flipV="1">
            <a:off x="547687" y="6389687"/>
            <a:ext cx="55562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k1_g_o_4" descr="Editable line; source id k1_g_o_4"/>
          <p:cNvCxnSpPr/>
          <p:nvPr/>
        </p:nvCxnSpPr>
        <p:spPr>
          <a:xfrm flipV="1">
            <a:off x="547687" y="6318249"/>
            <a:ext cx="111125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k1_g_a" descr="Editable line; source id k1_g_a"/>
          <p:cNvCxnSpPr/>
          <p:nvPr/>
        </p:nvCxnSpPr>
        <p:spPr>
          <a:xfrm>
            <a:off x="658812" y="6318249"/>
            <a:ext cx="0" cy="214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k1_g_b" descr="Editable line; source id k1_g_b"/>
          <p:cNvCxnSpPr/>
          <p:nvPr/>
        </p:nvCxnSpPr>
        <p:spPr>
          <a:xfrm>
            <a:off x="547687" y="638968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k1_t" descr="Editable text; source id k1_t"/>
          <p:cNvSpPr txBox="1"/>
          <p:nvPr/>
        </p:nvSpPr>
        <p:spPr>
          <a:xfrm>
            <a:off x="873124" y="6302374"/>
            <a:ext cx="2174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</a:t>
            </a:r>
          </a:p>
        </p:txBody>
      </p:sp>
      <p:sp>
        <p:nvSpPr>
          <p:cNvPr id="132" name="k1_s" descr="Editable shape; source id k1_s"/>
          <p:cNvSpPr/>
          <p:nvPr/>
        </p:nvSpPr>
        <p:spPr>
          <a:xfrm>
            <a:off x="523874" y="6707187"/>
            <a:ext cx="252412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k1_s_t" descr="Editable text; source id k1_s_t"/>
          <p:cNvSpPr txBox="1"/>
          <p:nvPr/>
        </p:nvSpPr>
        <p:spPr>
          <a:xfrm>
            <a:off x="579437" y="6738937"/>
            <a:ext cx="241299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结构身份与位点占据</a:t>
            </a:r>
          </a:p>
        </p:txBody>
      </p:sp>
      <p:sp>
        <p:nvSpPr>
          <p:cNvPr id="134" name="k2" descr="Editable shape; source id k2"/>
          <p:cNvSpPr/>
          <p:nvPr/>
        </p:nvSpPr>
        <p:spPr>
          <a:xfrm>
            <a:off x="3270249" y="6127749"/>
            <a:ext cx="2778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k2_a" descr="Editable shape; source id k2_a"/>
          <p:cNvSpPr/>
          <p:nvPr/>
        </p:nvSpPr>
        <p:spPr>
          <a:xfrm>
            <a:off x="3270249" y="6127749"/>
            <a:ext cx="277812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k2_g_a_0" descr="Editable line; source id k2_g_a_0"/>
          <p:cNvCxnSpPr/>
          <p:nvPr/>
        </p:nvCxnSpPr>
        <p:spPr>
          <a:xfrm>
            <a:off x="3421062" y="6516687"/>
            <a:ext cx="47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k2_g_a_1" descr="Editable line; source id k2_g_a_1"/>
          <p:cNvCxnSpPr/>
          <p:nvPr/>
        </p:nvCxnSpPr>
        <p:spPr>
          <a:xfrm flipV="1">
            <a:off x="3468687" y="6389687"/>
            <a:ext cx="15875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k2_g_a_2" descr="Editable line; source id k2_g_a_2"/>
          <p:cNvCxnSpPr/>
          <p:nvPr/>
        </p:nvCxnSpPr>
        <p:spPr>
          <a:xfrm>
            <a:off x="3484562" y="6389687"/>
            <a:ext cx="15875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k2_g_a_3" descr="Editable line; source id k2_g_a_3"/>
          <p:cNvCxnSpPr/>
          <p:nvPr/>
        </p:nvCxnSpPr>
        <p:spPr>
          <a:xfrm>
            <a:off x="3500437" y="651668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k2_g_a_4" descr="Editable line; source id k2_g_a_4"/>
          <p:cNvCxnSpPr/>
          <p:nvPr/>
        </p:nvCxnSpPr>
        <p:spPr>
          <a:xfrm flipV="1">
            <a:off x="3532187" y="6429374"/>
            <a:ext cx="15875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k2_g_a_5" descr="Editable line; source id k2_g_a_5"/>
          <p:cNvCxnSpPr/>
          <p:nvPr/>
        </p:nvCxnSpPr>
        <p:spPr>
          <a:xfrm>
            <a:off x="3548062" y="6429374"/>
            <a:ext cx="15875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k2_g_a_6" descr="Editable line; source id k2_g_a_6"/>
          <p:cNvCxnSpPr/>
          <p:nvPr/>
        </p:nvCxnSpPr>
        <p:spPr>
          <a:xfrm>
            <a:off x="3563937" y="651668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k2_g_a_7" descr="Editable line; source id k2_g_a_7"/>
          <p:cNvCxnSpPr/>
          <p:nvPr/>
        </p:nvCxnSpPr>
        <p:spPr>
          <a:xfrm flipV="1">
            <a:off x="3595687" y="6469062"/>
            <a:ext cx="15875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k2_g_a_8" descr="Editable line; source id k2_g_a_8"/>
          <p:cNvCxnSpPr/>
          <p:nvPr/>
        </p:nvCxnSpPr>
        <p:spPr>
          <a:xfrm>
            <a:off x="3611562" y="6469062"/>
            <a:ext cx="7937" cy="47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k2_g_a_9" descr="Editable line; source id k2_g_a_9"/>
          <p:cNvCxnSpPr/>
          <p:nvPr/>
        </p:nvCxnSpPr>
        <p:spPr>
          <a:xfrm>
            <a:off x="3619499" y="6516687"/>
            <a:ext cx="238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k2_t" descr="Editable text; source id k2_t"/>
          <p:cNvSpPr txBox="1"/>
          <p:nvPr/>
        </p:nvSpPr>
        <p:spPr>
          <a:xfrm>
            <a:off x="3746499" y="6302374"/>
            <a:ext cx="2174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9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47" name="k2_s" descr="Editable shape; source id k2_s"/>
          <p:cNvSpPr/>
          <p:nvPr/>
        </p:nvSpPr>
        <p:spPr>
          <a:xfrm>
            <a:off x="3397249" y="6707187"/>
            <a:ext cx="252412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k2_s_t" descr="Editable text; source id k2_s_t"/>
          <p:cNvSpPr txBox="1"/>
          <p:nvPr/>
        </p:nvSpPr>
        <p:spPr>
          <a:xfrm>
            <a:off x="3452812" y="6738937"/>
            <a:ext cx="241299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批量相纯与杂相</a:t>
            </a:r>
          </a:p>
        </p:txBody>
      </p:sp>
      <p:sp>
        <p:nvSpPr>
          <p:cNvPr id="149" name="k3" descr="Editable shape; source id k3"/>
          <p:cNvSpPr/>
          <p:nvPr/>
        </p:nvSpPr>
        <p:spPr>
          <a:xfrm>
            <a:off x="6143624" y="6127749"/>
            <a:ext cx="2778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k3_a" descr="Editable shape; source id k3_a"/>
          <p:cNvSpPr/>
          <p:nvPr/>
        </p:nvSpPr>
        <p:spPr>
          <a:xfrm>
            <a:off x="6143624" y="6127749"/>
            <a:ext cx="277812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k3_g_d0" descr="Editable shape; source id k3_g_d0"/>
          <p:cNvSpPr/>
          <p:nvPr/>
        </p:nvSpPr>
        <p:spPr>
          <a:xfrm>
            <a:off x="6294437" y="6397624"/>
            <a:ext cx="79374" cy="7937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k3_g_d1" descr="Editable shape; source id k3_g_d1"/>
          <p:cNvSpPr/>
          <p:nvPr/>
        </p:nvSpPr>
        <p:spPr>
          <a:xfrm>
            <a:off x="6381749" y="6405562"/>
            <a:ext cx="55562" cy="5556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k3_g_d2" descr="Editable shape; source id k3_g_d2"/>
          <p:cNvSpPr/>
          <p:nvPr/>
        </p:nvSpPr>
        <p:spPr>
          <a:xfrm>
            <a:off x="6453187" y="6413499"/>
            <a:ext cx="39687" cy="39687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k3_t" descr="Editable text; source id k3_t"/>
          <p:cNvSpPr txBox="1"/>
          <p:nvPr/>
        </p:nvSpPr>
        <p:spPr>
          <a:xfrm>
            <a:off x="6619874" y="6302374"/>
            <a:ext cx="2174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成分与污染</a:t>
            </a:r>
          </a:p>
        </p:txBody>
      </p:sp>
      <p:sp>
        <p:nvSpPr>
          <p:cNvPr id="155" name="k3_s" descr="Editable shape; source id k3_s"/>
          <p:cNvSpPr/>
          <p:nvPr/>
        </p:nvSpPr>
        <p:spPr>
          <a:xfrm>
            <a:off x="6270624" y="6707187"/>
            <a:ext cx="252412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k3_s_t" descr="Editable text; source id k3_s_t"/>
          <p:cNvSpPr txBox="1"/>
          <p:nvPr/>
        </p:nvSpPr>
        <p:spPr>
          <a:xfrm>
            <a:off x="6326187" y="6738937"/>
            <a:ext cx="241299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名义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局域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体平均</a:t>
            </a:r>
          </a:p>
        </p:txBody>
      </p:sp>
      <p:sp>
        <p:nvSpPr>
          <p:cNvPr id="157" name="k4" descr="Editable shape; source id k4"/>
          <p:cNvSpPr/>
          <p:nvPr/>
        </p:nvSpPr>
        <p:spPr>
          <a:xfrm>
            <a:off x="9016999" y="6127749"/>
            <a:ext cx="2778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k4_a" descr="Editable shape; source id k4_a"/>
          <p:cNvSpPr/>
          <p:nvPr/>
        </p:nvSpPr>
        <p:spPr>
          <a:xfrm>
            <a:off x="9016999" y="6127749"/>
            <a:ext cx="277812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k4_g_a_0" descr="Editable line; source id k4_g_a_0"/>
          <p:cNvCxnSpPr/>
          <p:nvPr/>
        </p:nvCxnSpPr>
        <p:spPr>
          <a:xfrm>
            <a:off x="9167812" y="6524624"/>
            <a:ext cx="555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k4_g_a_1" descr="Editable line; source id k4_g_a_1"/>
          <p:cNvCxnSpPr/>
          <p:nvPr/>
        </p:nvCxnSpPr>
        <p:spPr>
          <a:xfrm flipV="1">
            <a:off x="9223374" y="6365874"/>
            <a:ext cx="31750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k4_g_a_2" descr="Editable line; source id k4_g_a_2"/>
          <p:cNvCxnSpPr/>
          <p:nvPr/>
        </p:nvCxnSpPr>
        <p:spPr>
          <a:xfrm>
            <a:off x="9255124" y="6365874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k4_g_a_3" descr="Editable line; source id k4_g_a_3"/>
          <p:cNvCxnSpPr/>
          <p:nvPr/>
        </p:nvCxnSpPr>
        <p:spPr>
          <a:xfrm>
            <a:off x="9318624" y="6365874"/>
            <a:ext cx="39688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k4_g_a_4" descr="Editable line; source id k4_g_a_4"/>
          <p:cNvCxnSpPr/>
          <p:nvPr/>
        </p:nvCxnSpPr>
        <p:spPr>
          <a:xfrm>
            <a:off x="9358312" y="6524624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k4_t" descr="Editable text; source id k4_t"/>
          <p:cNvSpPr txBox="1"/>
          <p:nvPr/>
        </p:nvSpPr>
        <p:spPr>
          <a:xfrm>
            <a:off x="9493249" y="6302374"/>
            <a:ext cx="2174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高温稳定性</a:t>
            </a:r>
          </a:p>
        </p:txBody>
      </p:sp>
      <p:sp>
        <p:nvSpPr>
          <p:cNvPr id="165" name="k4_s" descr="Editable shape; source id k4_s"/>
          <p:cNvSpPr/>
          <p:nvPr/>
        </p:nvSpPr>
        <p:spPr>
          <a:xfrm>
            <a:off x="9143999" y="6707187"/>
            <a:ext cx="252412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k4_s_t" descr="Editable text; source id k4_s_t"/>
          <p:cNvSpPr txBox="1"/>
          <p:nvPr/>
        </p:nvSpPr>
        <p:spPr>
          <a:xfrm>
            <a:off x="9199562" y="6738937"/>
            <a:ext cx="241299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原位高温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冷却回收</a:t>
            </a:r>
          </a:p>
        </p:txBody>
      </p:sp>
      <p:sp>
        <p:nvSpPr>
          <p:cNvPr id="167" name="d0_0" descr="Editable line; source id d0_0"/>
          <p:cNvSpPr/>
          <p:nvPr/>
        </p:nvSpPr>
        <p:spPr>
          <a:xfrm>
            <a:off x="1484312" y="2619375"/>
            <a:ext cx="79375" cy="873125"/>
          </a:xfrm>
          <a:custGeom>
            <a:avLst/>
            <a:gdLst/>
            <a:ahLst/>
            <a:cxnLst/>
            <a:rect l="l" t="t" r="r" b="b"/>
            <a:pathLst>
              <a:path w="10000" h="110000">
                <a:moveTo>
                  <a:pt x="5900" y="0"/>
                </a:moveTo>
                <a:lnTo>
                  <a:pt x="5900" y="98000"/>
                </a:lnTo>
                <a:lnTo>
                  <a:pt x="10000" y="98000"/>
                </a:lnTo>
                <a:lnTo>
                  <a:pt x="5000" y="110000"/>
                </a:lnTo>
                <a:lnTo>
                  <a:pt x="0" y="98000"/>
                </a:lnTo>
                <a:lnTo>
                  <a:pt x="4100" y="9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d0_p" descr="Editable shape; source id d0_p"/>
          <p:cNvSpPr/>
          <p:nvPr/>
        </p:nvSpPr>
        <p:spPr>
          <a:xfrm>
            <a:off x="1031874" y="2905124"/>
            <a:ext cx="984249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d0_p_t" descr="Editable text; source id d0_p_t"/>
          <p:cNvSpPr txBox="1"/>
          <p:nvPr/>
        </p:nvSpPr>
        <p:spPr>
          <a:xfrm>
            <a:off x="1111249" y="2936874"/>
            <a:ext cx="825499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配比</a:t>
            </a: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温度</a:t>
            </a:r>
          </a:p>
        </p:txBody>
      </p:sp>
      <p:sp>
        <p:nvSpPr>
          <p:cNvPr id="170" name="d1_0" descr="Editable line; source id d1_0"/>
          <p:cNvSpPr/>
          <p:nvPr/>
        </p:nvSpPr>
        <p:spPr>
          <a:xfrm>
            <a:off x="3786187" y="2619375"/>
            <a:ext cx="79375" cy="873125"/>
          </a:xfrm>
          <a:custGeom>
            <a:avLst/>
            <a:gdLst/>
            <a:ahLst/>
            <a:cxnLst/>
            <a:rect l="l" t="t" r="r" b="b"/>
            <a:pathLst>
              <a:path w="10000" h="110000">
                <a:moveTo>
                  <a:pt x="5900" y="0"/>
                </a:moveTo>
                <a:lnTo>
                  <a:pt x="5900" y="98000"/>
                </a:lnTo>
                <a:lnTo>
                  <a:pt x="10000" y="98000"/>
                </a:lnTo>
                <a:lnTo>
                  <a:pt x="5000" y="110000"/>
                </a:lnTo>
                <a:lnTo>
                  <a:pt x="0" y="98000"/>
                </a:lnTo>
                <a:lnTo>
                  <a:pt x="4100" y="9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1_p" descr="Editable shape; source id d1_p"/>
          <p:cNvSpPr/>
          <p:nvPr/>
        </p:nvSpPr>
        <p:spPr>
          <a:xfrm>
            <a:off x="3333749" y="2905124"/>
            <a:ext cx="984249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d1_p_t" descr="Editable text; source id d1_p_t"/>
          <p:cNvSpPr txBox="1"/>
          <p:nvPr/>
        </p:nvSpPr>
        <p:spPr>
          <a:xfrm>
            <a:off x="3413124" y="2936874"/>
            <a:ext cx="825499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熔体</a:t>
            </a: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容器</a:t>
            </a:r>
          </a:p>
        </p:txBody>
      </p:sp>
      <p:sp>
        <p:nvSpPr>
          <p:cNvPr id="173" name="d2_0" descr="Editable line; source id d2_0"/>
          <p:cNvSpPr/>
          <p:nvPr/>
        </p:nvSpPr>
        <p:spPr>
          <a:xfrm>
            <a:off x="6088062" y="2619375"/>
            <a:ext cx="79375" cy="873125"/>
          </a:xfrm>
          <a:custGeom>
            <a:avLst/>
            <a:gdLst/>
            <a:ahLst/>
            <a:cxnLst/>
            <a:rect l="l" t="t" r="r" b="b"/>
            <a:pathLst>
              <a:path w="10000" h="110000">
                <a:moveTo>
                  <a:pt x="5900" y="0"/>
                </a:moveTo>
                <a:lnTo>
                  <a:pt x="5900" y="98000"/>
                </a:lnTo>
                <a:lnTo>
                  <a:pt x="10000" y="98000"/>
                </a:lnTo>
                <a:lnTo>
                  <a:pt x="5000" y="110000"/>
                </a:lnTo>
                <a:lnTo>
                  <a:pt x="0" y="98000"/>
                </a:lnTo>
                <a:lnTo>
                  <a:pt x="4100" y="9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d2_p" descr="Editable shape; source id d2_p"/>
          <p:cNvSpPr/>
          <p:nvPr/>
        </p:nvSpPr>
        <p:spPr>
          <a:xfrm>
            <a:off x="5635624" y="2905124"/>
            <a:ext cx="984249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d2_p_t" descr="Editable text; source id d2_p_t"/>
          <p:cNvSpPr txBox="1"/>
          <p:nvPr/>
        </p:nvSpPr>
        <p:spPr>
          <a:xfrm>
            <a:off x="5714999" y="2936874"/>
            <a:ext cx="825499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</a:t>
            </a: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</a:t>
            </a:r>
          </a:p>
        </p:txBody>
      </p:sp>
      <p:sp>
        <p:nvSpPr>
          <p:cNvPr id="176" name="d3_0" descr="Editable line; source id d3_0"/>
          <p:cNvSpPr/>
          <p:nvPr/>
        </p:nvSpPr>
        <p:spPr>
          <a:xfrm>
            <a:off x="8389937" y="2619375"/>
            <a:ext cx="79375" cy="873125"/>
          </a:xfrm>
          <a:custGeom>
            <a:avLst/>
            <a:gdLst/>
            <a:ahLst/>
            <a:cxnLst/>
            <a:rect l="l" t="t" r="r" b="b"/>
            <a:pathLst>
              <a:path w="10000" h="110000">
                <a:moveTo>
                  <a:pt x="5900" y="0"/>
                </a:moveTo>
                <a:lnTo>
                  <a:pt x="5900" y="98000"/>
                </a:lnTo>
                <a:lnTo>
                  <a:pt x="10000" y="98000"/>
                </a:lnTo>
                <a:lnTo>
                  <a:pt x="5000" y="110000"/>
                </a:lnTo>
                <a:lnTo>
                  <a:pt x="0" y="98000"/>
                </a:lnTo>
                <a:lnTo>
                  <a:pt x="4100" y="9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3_p" descr="Editable shape; source id d3_p"/>
          <p:cNvSpPr/>
          <p:nvPr/>
        </p:nvSpPr>
        <p:spPr>
          <a:xfrm>
            <a:off x="7937499" y="2905124"/>
            <a:ext cx="984249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d3_p_t" descr="Editable text; source id d3_p_t"/>
          <p:cNvSpPr txBox="1"/>
          <p:nvPr/>
        </p:nvSpPr>
        <p:spPr>
          <a:xfrm>
            <a:off x="8016874" y="2936874"/>
            <a:ext cx="825499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污染</a:t>
            </a:r>
          </a:p>
        </p:txBody>
      </p:sp>
      <p:cxnSp>
        <p:nvCxnSpPr>
          <p:cNvPr id="179" name="d4_0" descr="Editable line; source id d4_0"/>
          <p:cNvCxnSpPr/>
          <p:nvPr/>
        </p:nvCxnSpPr>
        <p:spPr>
          <a:xfrm>
            <a:off x="10731499" y="2619374"/>
            <a:ext cx="0" cy="873125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d4_p" descr="Editable shape; source id d4_p"/>
          <p:cNvSpPr/>
          <p:nvPr/>
        </p:nvSpPr>
        <p:spPr>
          <a:xfrm>
            <a:off x="10239374" y="2905124"/>
            <a:ext cx="984249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4_p_t" descr="Editable text; source id d4_p_t"/>
          <p:cNvSpPr txBox="1"/>
          <p:nvPr/>
        </p:nvSpPr>
        <p:spPr>
          <a:xfrm>
            <a:off x="10318749" y="2936874"/>
            <a:ext cx="825499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</a:t>
            </a: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182" name="c0_0" descr="Editable line; source id c0_0"/>
          <p:cNvSpPr/>
          <p:nvPr/>
        </p:nvSpPr>
        <p:spPr>
          <a:xfrm>
            <a:off x="1746250" y="5000625"/>
            <a:ext cx="79375" cy="1111250"/>
          </a:xfrm>
          <a:custGeom>
            <a:avLst/>
            <a:gdLst/>
            <a:ahLst/>
            <a:cxnLst/>
            <a:rect l="l" t="t" r="r" b="b"/>
            <a:pathLst>
              <a:path w="10000" h="140000">
                <a:moveTo>
                  <a:pt x="5900" y="0"/>
                </a:moveTo>
                <a:lnTo>
                  <a:pt x="5900" y="128000"/>
                </a:lnTo>
                <a:lnTo>
                  <a:pt x="10000" y="128000"/>
                </a:lnTo>
                <a:lnTo>
                  <a:pt x="5000" y="140000"/>
                </a:lnTo>
                <a:lnTo>
                  <a:pt x="0" y="128000"/>
                </a:lnTo>
                <a:lnTo>
                  <a:pt x="4100" y="12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c0_p" descr="Editable shape; source id c0_p"/>
          <p:cNvSpPr/>
          <p:nvPr/>
        </p:nvSpPr>
        <p:spPr>
          <a:xfrm>
            <a:off x="1508124" y="541337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c0_p_t" descr="Editable text; source id c0_p_t"/>
          <p:cNvSpPr txBox="1"/>
          <p:nvPr/>
        </p:nvSpPr>
        <p:spPr>
          <a:xfrm>
            <a:off x="1587499" y="544512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85" name="c1_0" descr="Editable line; source id c1_0"/>
          <p:cNvSpPr/>
          <p:nvPr/>
        </p:nvSpPr>
        <p:spPr>
          <a:xfrm>
            <a:off x="4619625" y="5000625"/>
            <a:ext cx="79375" cy="1111250"/>
          </a:xfrm>
          <a:custGeom>
            <a:avLst/>
            <a:gdLst/>
            <a:ahLst/>
            <a:cxnLst/>
            <a:rect l="l" t="t" r="r" b="b"/>
            <a:pathLst>
              <a:path w="10000" h="140000">
                <a:moveTo>
                  <a:pt x="5900" y="0"/>
                </a:moveTo>
                <a:lnTo>
                  <a:pt x="5900" y="128000"/>
                </a:lnTo>
                <a:lnTo>
                  <a:pt x="10000" y="128000"/>
                </a:lnTo>
                <a:lnTo>
                  <a:pt x="5000" y="140000"/>
                </a:lnTo>
                <a:lnTo>
                  <a:pt x="0" y="128000"/>
                </a:lnTo>
                <a:lnTo>
                  <a:pt x="4100" y="12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c1_p" descr="Editable shape; source id c1_p"/>
          <p:cNvSpPr/>
          <p:nvPr/>
        </p:nvSpPr>
        <p:spPr>
          <a:xfrm>
            <a:off x="4317999" y="5413374"/>
            <a:ext cx="690562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c1_p_t" descr="Editable text; source id c1_p_t"/>
          <p:cNvSpPr txBox="1"/>
          <p:nvPr/>
        </p:nvSpPr>
        <p:spPr>
          <a:xfrm>
            <a:off x="4397374" y="5445124"/>
            <a:ext cx="531812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相组成</a:t>
            </a:r>
          </a:p>
        </p:txBody>
      </p:sp>
      <p:sp>
        <p:nvSpPr>
          <p:cNvPr id="188" name="c2_0" descr="Editable line; source id c2_0"/>
          <p:cNvSpPr/>
          <p:nvPr/>
        </p:nvSpPr>
        <p:spPr>
          <a:xfrm>
            <a:off x="7493000" y="5000625"/>
            <a:ext cx="79375" cy="1111250"/>
          </a:xfrm>
          <a:custGeom>
            <a:avLst/>
            <a:gdLst/>
            <a:ahLst/>
            <a:cxnLst/>
            <a:rect l="l" t="t" r="r" b="b"/>
            <a:pathLst>
              <a:path w="10000" h="140000">
                <a:moveTo>
                  <a:pt x="5900" y="0"/>
                </a:moveTo>
                <a:lnTo>
                  <a:pt x="5900" y="128000"/>
                </a:lnTo>
                <a:lnTo>
                  <a:pt x="10000" y="128000"/>
                </a:lnTo>
                <a:lnTo>
                  <a:pt x="5000" y="140000"/>
                </a:lnTo>
                <a:lnTo>
                  <a:pt x="0" y="128000"/>
                </a:lnTo>
                <a:lnTo>
                  <a:pt x="4100" y="12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c2_p" descr="Editable shape; source id c2_p"/>
          <p:cNvSpPr/>
          <p:nvPr/>
        </p:nvSpPr>
        <p:spPr>
          <a:xfrm>
            <a:off x="7254874" y="541337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c2_p_t" descr="Editable text; source id c2_p_t"/>
          <p:cNvSpPr txBox="1"/>
          <p:nvPr/>
        </p:nvSpPr>
        <p:spPr>
          <a:xfrm>
            <a:off x="7334249" y="544512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成分</a:t>
            </a:r>
          </a:p>
        </p:txBody>
      </p:sp>
      <p:sp>
        <p:nvSpPr>
          <p:cNvPr id="191" name="c3_0" descr="Editable line; source id c3_0"/>
          <p:cNvSpPr/>
          <p:nvPr/>
        </p:nvSpPr>
        <p:spPr>
          <a:xfrm>
            <a:off x="10366375" y="5000625"/>
            <a:ext cx="79375" cy="1111250"/>
          </a:xfrm>
          <a:custGeom>
            <a:avLst/>
            <a:gdLst/>
            <a:ahLst/>
            <a:cxnLst/>
            <a:rect l="l" t="t" r="r" b="b"/>
            <a:pathLst>
              <a:path w="10000" h="140000">
                <a:moveTo>
                  <a:pt x="5900" y="0"/>
                </a:moveTo>
                <a:lnTo>
                  <a:pt x="5900" y="128000"/>
                </a:lnTo>
                <a:lnTo>
                  <a:pt x="10000" y="128000"/>
                </a:lnTo>
                <a:lnTo>
                  <a:pt x="5000" y="140000"/>
                </a:lnTo>
                <a:lnTo>
                  <a:pt x="0" y="128000"/>
                </a:lnTo>
                <a:lnTo>
                  <a:pt x="4100" y="12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c3_p" descr="Editable shape; source id c3_p"/>
          <p:cNvSpPr/>
          <p:nvPr/>
        </p:nvSpPr>
        <p:spPr>
          <a:xfrm>
            <a:off x="10128249" y="541337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c3_p_t" descr="Editable text; source id c3_p_t"/>
          <p:cNvSpPr txBox="1"/>
          <p:nvPr/>
        </p:nvSpPr>
        <p:spPr>
          <a:xfrm>
            <a:off x="10207624" y="544512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