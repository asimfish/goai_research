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 1 不同文献对目标化合物合成研究的适用范围（super_teaser 第四轮 R05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zA" descr="Editable shape; source id zA"/>
          <p:cNvSpPr/>
          <p:nvPr/>
        </p:nvSpPr>
        <p:spPr>
          <a:xfrm>
            <a:off x="206374" y="238124"/>
            <a:ext cx="3730624" cy="7651749"/>
          </a:xfrm>
          <a:prstGeom prst="roundRect">
            <a:avLst>
              <a:gd name="adj" fmla="val 2978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zA_l" descr="Editable text; source id zA_l"/>
          <p:cNvSpPr txBox="1"/>
          <p:nvPr/>
        </p:nvSpPr>
        <p:spPr>
          <a:xfrm>
            <a:off x="349249" y="317499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文献证据</a:t>
            </a:r>
          </a:p>
        </p:txBody>
      </p:sp>
      <p:sp>
        <p:nvSpPr>
          <p:cNvPr id="4" name="zB" descr="Editable shape; source id zB"/>
          <p:cNvSpPr/>
          <p:nvPr/>
        </p:nvSpPr>
        <p:spPr>
          <a:xfrm>
            <a:off x="4095749" y="238124"/>
            <a:ext cx="3968749" cy="7651749"/>
          </a:xfrm>
          <a:prstGeom prst="roundRect">
            <a:avLst>
              <a:gd name="adj" fmla="val 2800"/>
            </a:avLst>
          </a:prstGeom>
          <a:solidFill>
            <a:srgbClr val="E6F2F3"/>
          </a:solidFill>
          <a:ln w="9524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zB_l" descr="Editable text; source id zB_l"/>
          <p:cNvSpPr txBox="1"/>
          <p:nvPr/>
        </p:nvSpPr>
        <p:spPr>
          <a:xfrm>
            <a:off x="4238624" y="317499"/>
            <a:ext cx="904874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实验方法</a:t>
            </a:r>
          </a:p>
        </p:txBody>
      </p:sp>
      <p:sp>
        <p:nvSpPr>
          <p:cNvPr id="6" name="zC" descr="Editable shape; source id zC"/>
          <p:cNvSpPr/>
          <p:nvPr/>
        </p:nvSpPr>
        <p:spPr>
          <a:xfrm>
            <a:off x="8223249" y="238124"/>
            <a:ext cx="3762374" cy="7651749"/>
          </a:xfrm>
          <a:prstGeom prst="roundRect">
            <a:avLst>
              <a:gd name="adj" fmla="val 2953"/>
            </a:avLst>
          </a:prstGeom>
          <a:solidFill>
            <a:srgbClr val="EEF2F7"/>
          </a:solidFill>
          <a:ln w="9524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zC_l" descr="Editable text; source id zC_l"/>
          <p:cNvSpPr txBox="1"/>
          <p:nvPr/>
        </p:nvSpPr>
        <p:spPr>
          <a:xfrm>
            <a:off x="8366124" y="317499"/>
            <a:ext cx="123824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可回答的问题</a:t>
            </a:r>
          </a:p>
        </p:txBody>
      </p:sp>
      <p:sp>
        <p:nvSpPr>
          <p:cNvPr id="8" name="cav" descr="Editable shape; source id cav"/>
          <p:cNvSpPr/>
          <p:nvPr/>
        </p:nvSpPr>
        <p:spPr>
          <a:xfrm>
            <a:off x="6016624" y="301624"/>
            <a:ext cx="1658937" cy="293687"/>
          </a:xfrm>
          <a:prstGeom prst="roundRect">
            <a:avLst>
              <a:gd name="adj" fmla="val 50000"/>
            </a:avLst>
          </a:prstGeom>
          <a:solidFill>
            <a:srgbClr val="FFF6E3"/>
          </a:solidFill>
          <a:ln w="8731">
            <a:solidFill>
              <a:srgbClr val="C48A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v_t" descr="Editable text; source id cav_t"/>
          <p:cNvSpPr txBox="1"/>
          <p:nvPr/>
        </p:nvSpPr>
        <p:spPr>
          <a:xfrm>
            <a:off x="6095999" y="333374"/>
            <a:ext cx="1500187" cy="2301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546"/>
              </a:lnSpc>
              <a:spcBef>
                <a:spcPts val="0"/>
              </a:spcBef>
              <a:spcAft>
                <a:spcPts val="0"/>
              </a:spcAft>
              <a:defRPr sz="1062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62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近邻条件</a:t>
            </a:r>
            <a:r>
              <a:rPr sz="1062" b="0" i="0" lang="zh-CN" dirty="0">
                <a:solidFill>
                  <a:srgbClr val="7A5410"/>
                </a:solidFill>
                <a:latin typeface="DejaVu Sans"/>
                <a:ea typeface="DejaVu Sans"/>
                <a:cs typeface="DejaVu Sans"/>
              </a:rPr>
              <a:t> ≠ </a:t>
            </a:r>
            <a:r>
              <a:rPr sz="1062" b="0" i="0" lang="zh-CN" dirty="0">
                <a:solidFill>
                  <a:srgbClr val="7A5410"/>
                </a:solidFill>
                <a:latin typeface="Noto Sans CJK SC"/>
                <a:ea typeface="Noto Sans CJK SC"/>
                <a:cs typeface="Noto Sans CJK SC"/>
              </a:rPr>
              <a:t>已验证配方</a:t>
            </a:r>
          </a:p>
        </p:txBody>
      </p:sp>
      <p:sp>
        <p:nvSpPr>
          <p:cNvPr id="10" name="a1" descr="Editable shape; source id a1"/>
          <p:cNvSpPr/>
          <p:nvPr/>
        </p:nvSpPr>
        <p:spPr>
          <a:xfrm>
            <a:off x="761999" y="761999"/>
            <a:ext cx="300037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1_a" descr="Editable shape; source id a1_a"/>
          <p:cNvSpPr/>
          <p:nvPr/>
        </p:nvSpPr>
        <p:spPr>
          <a:xfrm>
            <a:off x="761999" y="761999"/>
            <a:ext cx="30003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1_g_s0" descr="Editable shape; source id a1_g_s0"/>
          <p:cNvSpPr/>
          <p:nvPr/>
        </p:nvSpPr>
        <p:spPr>
          <a:xfrm>
            <a:off x="984249" y="1182687"/>
            <a:ext cx="126999" cy="190499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a1_g_l1" descr="Editable line; source id a1_g_l1"/>
          <p:cNvCxnSpPr/>
          <p:nvPr/>
        </p:nvCxnSpPr>
        <p:spPr>
          <a:xfrm>
            <a:off x="1015999" y="1254124"/>
            <a:ext cx="873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a1_g_l2" descr="Editable line; source id a1_g_l2"/>
          <p:cNvCxnSpPr/>
          <p:nvPr/>
        </p:nvCxnSpPr>
        <p:spPr>
          <a:xfrm>
            <a:off x="1015999" y="1285874"/>
            <a:ext cx="873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a1_g_l3" descr="Editable line; source id a1_g_l3"/>
          <p:cNvCxnSpPr/>
          <p:nvPr/>
        </p:nvCxnSpPr>
        <p:spPr>
          <a:xfrm>
            <a:off x="1015999" y="1325562"/>
            <a:ext cx="63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1_t" descr="Editable text; source id a1_t"/>
          <p:cNvSpPr txBox="1"/>
          <p:nvPr/>
        </p:nvSpPr>
        <p:spPr>
          <a:xfrm>
            <a:off x="1285874" y="1135062"/>
            <a:ext cx="2301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目标化合物直接报道</a:t>
            </a:r>
          </a:p>
        </p:txBody>
      </p:sp>
      <p:sp>
        <p:nvSpPr>
          <p:cNvPr id="17" name="a2" descr="Editable shape; source id a2"/>
          <p:cNvSpPr/>
          <p:nvPr/>
        </p:nvSpPr>
        <p:spPr>
          <a:xfrm>
            <a:off x="761999" y="1936749"/>
            <a:ext cx="300037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2_a" descr="Editable shape; source id a2_a"/>
          <p:cNvSpPr/>
          <p:nvPr/>
        </p:nvSpPr>
        <p:spPr>
          <a:xfrm>
            <a:off x="761999" y="1936749"/>
            <a:ext cx="30003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a2_g_s2" descr="Editable shape; source id a2_g_s2"/>
          <p:cNvSpPr/>
          <p:nvPr/>
        </p:nvSpPr>
        <p:spPr>
          <a:xfrm>
            <a:off x="1031874" y="2405062"/>
            <a:ext cx="126999" cy="190499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a2_g_s1" descr="Editable shape; source id a2_g_s1"/>
          <p:cNvSpPr/>
          <p:nvPr/>
        </p:nvSpPr>
        <p:spPr>
          <a:xfrm>
            <a:off x="1008062" y="2381249"/>
            <a:ext cx="126999" cy="190499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2_g_s0" descr="Editable shape; source id a2_g_s0"/>
          <p:cNvSpPr/>
          <p:nvPr/>
        </p:nvSpPr>
        <p:spPr>
          <a:xfrm>
            <a:off x="984249" y="2357437"/>
            <a:ext cx="126999" cy="190499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" name="a2_g_l1" descr="Editable line; source id a2_g_l1"/>
          <p:cNvCxnSpPr/>
          <p:nvPr/>
        </p:nvCxnSpPr>
        <p:spPr>
          <a:xfrm>
            <a:off x="1015999" y="2428874"/>
            <a:ext cx="873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a2_g_l2" descr="Editable line; source id a2_g_l2"/>
          <p:cNvCxnSpPr/>
          <p:nvPr/>
        </p:nvCxnSpPr>
        <p:spPr>
          <a:xfrm>
            <a:off x="1015999" y="2460624"/>
            <a:ext cx="873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a2_g_l3" descr="Editable line; source id a2_g_l3"/>
          <p:cNvCxnSpPr/>
          <p:nvPr/>
        </p:nvCxnSpPr>
        <p:spPr>
          <a:xfrm>
            <a:off x="1015999" y="2500312"/>
            <a:ext cx="63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2_t" descr="Editable text; source id a2_t"/>
          <p:cNvSpPr txBox="1"/>
          <p:nvPr/>
        </p:nvSpPr>
        <p:spPr>
          <a:xfrm>
            <a:off x="1285874" y="2309812"/>
            <a:ext cx="2301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同类</a:t>
            </a:r>
            <a:r>
              <a:rPr sz="1513" b="1" i="0" lang="zh-CN" dirty="0">
                <a:solidFill>
                  <a:srgbClr val="2B3E57"/>
                </a:solidFill>
                <a:latin typeface="DejaVu Sans"/>
                <a:ea typeface="DejaVu Sans"/>
                <a:cs typeface="DejaVu Sans"/>
              </a:rPr>
              <a:t> Ba–Y </a:t>
            </a:r>
            <a:r>
              <a: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四方硅酸盐</a:t>
            </a:r>
          </a:p>
        </p:txBody>
      </p:sp>
      <p:sp>
        <p:nvSpPr>
          <p:cNvPr id="26" name="a3" descr="Editable shape; source id a3"/>
          <p:cNvSpPr/>
          <p:nvPr/>
        </p:nvSpPr>
        <p:spPr>
          <a:xfrm>
            <a:off x="761999" y="3111499"/>
            <a:ext cx="300037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3_a" descr="Editable shape; source id a3_a"/>
          <p:cNvSpPr/>
          <p:nvPr/>
        </p:nvSpPr>
        <p:spPr>
          <a:xfrm>
            <a:off x="761999" y="3111499"/>
            <a:ext cx="30003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a3_g_o_0" descr="Editable line; source id a3_g_o_0"/>
          <p:cNvCxnSpPr/>
          <p:nvPr/>
        </p:nvCxnSpPr>
        <p:spPr>
          <a:xfrm>
            <a:off x="1071562" y="3516312"/>
            <a:ext cx="111125" cy="7143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a3_g_o_1" descr="Editable line; source id a3_g_o_1"/>
          <p:cNvCxnSpPr/>
          <p:nvPr/>
        </p:nvCxnSpPr>
        <p:spPr>
          <a:xfrm flipH="1">
            <a:off x="1127124" y="3587749"/>
            <a:ext cx="55563" cy="1428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a3_g_o_2" descr="Editable line; source id a3_g_o_2"/>
          <p:cNvCxnSpPr/>
          <p:nvPr/>
        </p:nvCxnSpPr>
        <p:spPr>
          <a:xfrm flipH="1">
            <a:off x="1015999" y="3730624"/>
            <a:ext cx="11112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a3_g_o_3" descr="Editable line; source id a3_g_o_3"/>
          <p:cNvCxnSpPr/>
          <p:nvPr/>
        </p:nvCxnSpPr>
        <p:spPr>
          <a:xfrm flipH="1" flipV="1">
            <a:off x="960437" y="3587749"/>
            <a:ext cx="55562" cy="1428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a3_g_o_4" descr="Editable line; source id a3_g_o_4"/>
          <p:cNvCxnSpPr/>
          <p:nvPr/>
        </p:nvCxnSpPr>
        <p:spPr>
          <a:xfrm flipV="1">
            <a:off x="960437" y="3516312"/>
            <a:ext cx="111125" cy="7143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a3_g_a" descr="Editable line; source id a3_g_a"/>
          <p:cNvCxnSpPr/>
          <p:nvPr/>
        </p:nvCxnSpPr>
        <p:spPr>
          <a:xfrm>
            <a:off x="1071562" y="3516312"/>
            <a:ext cx="0" cy="214312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a3_g_b" descr="Editable line; source id a3_g_b"/>
          <p:cNvCxnSpPr/>
          <p:nvPr/>
        </p:nvCxnSpPr>
        <p:spPr>
          <a:xfrm>
            <a:off x="960437" y="3587749"/>
            <a:ext cx="222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a3_t" descr="Editable text; source id a3_t"/>
          <p:cNvSpPr txBox="1"/>
          <p:nvPr/>
        </p:nvSpPr>
        <p:spPr>
          <a:xfrm>
            <a:off x="1285874" y="3484562"/>
            <a:ext cx="2301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结构相关化合物</a:t>
            </a:r>
          </a:p>
        </p:txBody>
      </p:sp>
      <p:sp>
        <p:nvSpPr>
          <p:cNvPr id="36" name="a4" descr="Editable shape; source id a4"/>
          <p:cNvSpPr/>
          <p:nvPr/>
        </p:nvSpPr>
        <p:spPr>
          <a:xfrm>
            <a:off x="761999" y="4286249"/>
            <a:ext cx="300037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a4_a" descr="Editable shape; source id a4_a"/>
          <p:cNvSpPr/>
          <p:nvPr/>
        </p:nvSpPr>
        <p:spPr>
          <a:xfrm>
            <a:off x="761999" y="4286249"/>
            <a:ext cx="30003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a4_g_b_0" descr="Editable line; source id a4_g_b_0"/>
          <p:cNvCxnSpPr/>
          <p:nvPr/>
        </p:nvCxnSpPr>
        <p:spPr>
          <a:xfrm>
            <a:off x="992187" y="4746624"/>
            <a:ext cx="31750" cy="1508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a4_g_b_1" descr="Editable line; source id a4_g_b_1"/>
          <p:cNvCxnSpPr/>
          <p:nvPr/>
        </p:nvCxnSpPr>
        <p:spPr>
          <a:xfrm>
            <a:off x="1023937" y="4897437"/>
            <a:ext cx="95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a4_g_b_2" descr="Editable line; source id a4_g_b_2"/>
          <p:cNvCxnSpPr/>
          <p:nvPr/>
        </p:nvCxnSpPr>
        <p:spPr>
          <a:xfrm flipV="1">
            <a:off x="1119187" y="4746624"/>
            <a:ext cx="31750" cy="150813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a4_g_r" descr="Editable line; source id a4_g_r"/>
          <p:cNvCxnSpPr/>
          <p:nvPr/>
        </p:nvCxnSpPr>
        <p:spPr>
          <a:xfrm>
            <a:off x="976312" y="4746624"/>
            <a:ext cx="190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a4_t" descr="Editable text; source id a4_t"/>
          <p:cNvSpPr txBox="1"/>
          <p:nvPr/>
        </p:nvSpPr>
        <p:spPr>
          <a:xfrm>
            <a:off x="1285874" y="4659312"/>
            <a:ext cx="2301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工艺参照研究</a:t>
            </a:r>
          </a:p>
        </p:txBody>
      </p:sp>
      <p:sp>
        <p:nvSpPr>
          <p:cNvPr id="43" name="a5" descr="Editable shape; source id a5"/>
          <p:cNvSpPr/>
          <p:nvPr/>
        </p:nvSpPr>
        <p:spPr>
          <a:xfrm>
            <a:off x="761999" y="5937249"/>
            <a:ext cx="300037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1112">
            <a:solidFill>
              <a:srgbClr val="9AA3AB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a5_g_s0" descr="Editable shape; source id a5_g_s0"/>
          <p:cNvSpPr/>
          <p:nvPr/>
        </p:nvSpPr>
        <p:spPr>
          <a:xfrm>
            <a:off x="984249" y="6334124"/>
            <a:ext cx="126999" cy="190499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a5_g_l1" descr="Editable line; source id a5_g_l1"/>
          <p:cNvCxnSpPr/>
          <p:nvPr/>
        </p:nvCxnSpPr>
        <p:spPr>
          <a:xfrm>
            <a:off x="1015999" y="6405562"/>
            <a:ext cx="873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a5_g_l2" descr="Editable line; source id a5_g_l2"/>
          <p:cNvCxnSpPr/>
          <p:nvPr/>
        </p:nvCxnSpPr>
        <p:spPr>
          <a:xfrm>
            <a:off x="1015999" y="6437312"/>
            <a:ext cx="87313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a5_g_l3" descr="Editable line; source id a5_g_l3"/>
          <p:cNvCxnSpPr/>
          <p:nvPr/>
        </p:nvCxnSpPr>
        <p:spPr>
          <a:xfrm>
            <a:off x="1015999" y="6476999"/>
            <a:ext cx="6350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a5_g_x" descr="Editable line; source id a5_g_x"/>
          <p:cNvCxnSpPr/>
          <p:nvPr/>
        </p:nvCxnSpPr>
        <p:spPr>
          <a:xfrm flipV="1">
            <a:off x="976312" y="6318249"/>
            <a:ext cx="190500" cy="22225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a5_t" descr="Editable text; source id a5_t"/>
          <p:cNvSpPr txBox="1"/>
          <p:nvPr/>
        </p:nvSpPr>
        <p:spPr>
          <a:xfrm>
            <a:off x="1285874" y="6286499"/>
            <a:ext cx="2301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513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13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非相关资料</a:t>
            </a:r>
          </a:p>
        </p:txBody>
      </p:sp>
      <p:sp>
        <p:nvSpPr>
          <p:cNvPr id="50" name="ax_u" descr="Editable line; source id ax_u"/>
          <p:cNvSpPr/>
          <p:nvPr/>
        </p:nvSpPr>
        <p:spPr>
          <a:xfrm>
            <a:off x="456406" y="952500"/>
            <a:ext cx="71437" cy="2555875"/>
          </a:xfrm>
          <a:custGeom>
            <a:avLst/>
            <a:gdLst/>
            <a:ahLst/>
            <a:cxnLst/>
            <a:rect l="l" t="t" r="r" b="b"/>
            <a:pathLst>
              <a:path w="9000" h="322000">
                <a:moveTo>
                  <a:pt x="3700" y="322000"/>
                </a:moveTo>
                <a:lnTo>
                  <a:pt x="3700" y="11000"/>
                </a:lnTo>
                <a:lnTo>
                  <a:pt x="0" y="11000"/>
                </a:lnTo>
                <a:lnTo>
                  <a:pt x="4500" y="0"/>
                </a:lnTo>
                <a:lnTo>
                  <a:pt x="9000" y="11000"/>
                </a:lnTo>
                <a:lnTo>
                  <a:pt x="5300" y="11000"/>
                </a:lnTo>
                <a:lnTo>
                  <a:pt x="5300" y="322000"/>
                </a:lnTo>
                <a:close/>
              </a:path>
            </a:pathLst>
          </a:custGeom>
          <a:solidFill>
            <a:srgbClr val="3F4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ax_d" descr="Editable line; source id ax_d"/>
          <p:cNvSpPr/>
          <p:nvPr/>
        </p:nvSpPr>
        <p:spPr>
          <a:xfrm>
            <a:off x="456406" y="4175125"/>
            <a:ext cx="71437" cy="2555875"/>
          </a:xfrm>
          <a:custGeom>
            <a:avLst/>
            <a:gdLst/>
            <a:ahLst/>
            <a:cxnLst/>
            <a:rect l="l" t="t" r="r" b="b"/>
            <a:pathLst>
              <a:path w="9000" h="322000">
                <a:moveTo>
                  <a:pt x="5300" y="0"/>
                </a:moveTo>
                <a:lnTo>
                  <a:pt x="5300" y="311000"/>
                </a:lnTo>
                <a:lnTo>
                  <a:pt x="9000" y="311000"/>
                </a:lnTo>
                <a:lnTo>
                  <a:pt x="4500" y="322000"/>
                </a:lnTo>
                <a:lnTo>
                  <a:pt x="0" y="311000"/>
                </a:lnTo>
                <a:lnTo>
                  <a:pt x="3700" y="311000"/>
                </a:lnTo>
                <a:lnTo>
                  <a:pt x="3700" y="0"/>
                </a:lnTo>
                <a:close/>
              </a:path>
            </a:pathLst>
          </a:custGeom>
          <a:solidFill>
            <a:srgbClr val="3F48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x_n" descr="Editable text; source id ax_n"/>
          <p:cNvSpPr txBox="1"/>
          <p:nvPr/>
        </p:nvSpPr>
        <p:spPr>
          <a:xfrm>
            <a:off x="317499" y="698499"/>
            <a:ext cx="349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近</a:t>
            </a:r>
          </a:p>
        </p:txBody>
      </p:sp>
      <p:sp>
        <p:nvSpPr>
          <p:cNvPr id="53" name="ax_f" descr="Editable text; source id ax_f"/>
          <p:cNvSpPr txBox="1"/>
          <p:nvPr/>
        </p:nvSpPr>
        <p:spPr>
          <a:xfrm>
            <a:off x="317499" y="6746874"/>
            <a:ext cx="349249" cy="2222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1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1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远</a:t>
            </a:r>
          </a:p>
        </p:txBody>
      </p:sp>
      <p:sp>
        <p:nvSpPr>
          <p:cNvPr id="54" name="ax_l" descr="Editable text; source id ax_l"/>
          <p:cNvSpPr txBox="1"/>
          <p:nvPr/>
        </p:nvSpPr>
        <p:spPr>
          <a:xfrm rot="16200000">
            <a:off x="-230187" y="3730624"/>
            <a:ext cx="1127124" cy="21431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与目标相的距离</a:t>
            </a:r>
          </a:p>
        </p:txBody>
      </p:sp>
      <p:sp>
        <p:nvSpPr>
          <p:cNvPr id="55" name="led" descr="Editable shape; source id led"/>
          <p:cNvSpPr/>
          <p:nvPr/>
        </p:nvSpPr>
        <p:spPr>
          <a:xfrm>
            <a:off x="4444999" y="761999"/>
            <a:ext cx="3270249" cy="6159499"/>
          </a:xfrm>
          <a:prstGeom prst="roundRect">
            <a:avLst>
              <a:gd name="adj" fmla="val 2184"/>
            </a:avLst>
          </a:prstGeom>
          <a:solidFill>
            <a:srgbClr val="FFFFFF"/>
          </a:solidFill>
          <a:ln w="11112">
            <a:solidFill>
              <a:srgbClr val="1F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ed_a" descr="Editable shape; source id led_a"/>
          <p:cNvSpPr/>
          <p:nvPr/>
        </p:nvSpPr>
        <p:spPr>
          <a:xfrm>
            <a:off x="4444999" y="761999"/>
            <a:ext cx="3270249" cy="47624"/>
          </a:xfrm>
          <a:prstGeom prst="roundRect">
            <a:avLst>
              <a:gd name="adj" fmla="val 50000"/>
            </a:avLst>
          </a:prstGeom>
          <a:solidFill>
            <a:srgbClr val="1F7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led_g_b" descr="Editable shape; source id led_g_b"/>
          <p:cNvSpPr/>
          <p:nvPr/>
        </p:nvSpPr>
        <p:spPr>
          <a:xfrm>
            <a:off x="4635499" y="1031874"/>
            <a:ext cx="206374" cy="174624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led_g_r1" descr="Editable line; source id led_g_r1"/>
          <p:cNvCxnSpPr/>
          <p:nvPr/>
        </p:nvCxnSpPr>
        <p:spPr>
          <a:xfrm>
            <a:off x="4635499" y="1087437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led_g_r2" descr="Editable line; source id led_g_r2"/>
          <p:cNvCxnSpPr/>
          <p:nvPr/>
        </p:nvCxnSpPr>
        <p:spPr>
          <a:xfrm>
            <a:off x="4635499" y="1150937"/>
            <a:ext cx="2063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led_g_c1" descr="Editable line; source id led_g_c1"/>
          <p:cNvCxnSpPr/>
          <p:nvPr/>
        </p:nvCxnSpPr>
        <p:spPr>
          <a:xfrm>
            <a:off x="4706937" y="1031874"/>
            <a:ext cx="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led_g_c2" descr="Editable line; source id led_g_c2"/>
          <p:cNvCxnSpPr/>
          <p:nvPr/>
        </p:nvCxnSpPr>
        <p:spPr>
          <a:xfrm>
            <a:off x="4770437" y="1031874"/>
            <a:ext cx="0" cy="17462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led_t" descr="Editable text; source id led_t"/>
          <p:cNvSpPr txBox="1"/>
          <p:nvPr/>
        </p:nvSpPr>
        <p:spPr>
          <a:xfrm>
            <a:off x="4952999" y="968374"/>
            <a:ext cx="2603499" cy="293687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81"/>
              </a:lnSpc>
              <a:spcBef>
                <a:spcPts val="0"/>
              </a:spcBef>
              <a:spcAft>
                <a:spcPts val="0"/>
              </a:spcAft>
              <a:defRPr sz="1573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3" b="1" i="0" lang="zh-CN" dirty="0">
                <a:solidFill>
                  <a:srgbClr val="0F4F58"/>
                </a:solidFill>
                <a:latin typeface="Noto Sans CJK SC"/>
                <a:ea typeface="Noto Sans CJK SC"/>
                <a:cs typeface="Noto Sans CJK SC"/>
              </a:rPr>
              <a:t>相同实验项目下比较</a:t>
            </a:r>
          </a:p>
        </p:txBody>
      </p:sp>
      <p:sp>
        <p:nvSpPr>
          <p:cNvPr id="63" name="ledr_r0" descr="Editable shape; source id ledr_r0"/>
          <p:cNvSpPr/>
          <p:nvPr/>
        </p:nvSpPr>
        <p:spPr>
          <a:xfrm>
            <a:off x="4635499" y="1452562"/>
            <a:ext cx="2889249" cy="754062"/>
          </a:xfrm>
          <a:prstGeom prst="roundRect">
            <a:avLst>
              <a:gd name="adj" fmla="val 6315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ledr_r0_t" descr="Editable text; source id ledr_r0_t"/>
          <p:cNvSpPr txBox="1"/>
          <p:nvPr/>
        </p:nvSpPr>
        <p:spPr>
          <a:xfrm>
            <a:off x="4691062" y="1484312"/>
            <a:ext cx="2778124" cy="690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原料与配比</a:t>
            </a:r>
          </a:p>
        </p:txBody>
      </p:sp>
      <p:cxnSp>
        <p:nvCxnSpPr>
          <p:cNvPr id="65" name="ledr_k0a" descr="Editable line; source id ledr_k0a"/>
          <p:cNvCxnSpPr/>
          <p:nvPr/>
        </p:nvCxnSpPr>
        <p:spPr>
          <a:xfrm>
            <a:off x="7318374" y="1825624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edr_k0b" descr="Editable line; source id ledr_k0b"/>
          <p:cNvCxnSpPr/>
          <p:nvPr/>
        </p:nvCxnSpPr>
        <p:spPr>
          <a:xfrm flipV="1">
            <a:off x="7365999" y="1777999"/>
            <a:ext cx="79375" cy="95250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ledr_r1" descr="Editable shape; source id ledr_r1"/>
          <p:cNvSpPr/>
          <p:nvPr/>
        </p:nvSpPr>
        <p:spPr>
          <a:xfrm>
            <a:off x="4635499" y="2349499"/>
            <a:ext cx="2889249" cy="754062"/>
          </a:xfrm>
          <a:prstGeom prst="roundRect">
            <a:avLst>
              <a:gd name="adj" fmla="val 6315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ledr_r1_t" descr="Editable text; source id ledr_r1_t"/>
          <p:cNvSpPr txBox="1"/>
          <p:nvPr/>
        </p:nvSpPr>
        <p:spPr>
          <a:xfrm>
            <a:off x="4691062" y="2381249"/>
            <a:ext cx="2778124" cy="690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热史</a:t>
            </a:r>
          </a:p>
        </p:txBody>
      </p:sp>
      <p:cxnSp>
        <p:nvCxnSpPr>
          <p:cNvPr id="69" name="ledr_k1a" descr="Editable line; source id ledr_k1a"/>
          <p:cNvCxnSpPr/>
          <p:nvPr/>
        </p:nvCxnSpPr>
        <p:spPr>
          <a:xfrm>
            <a:off x="7318374" y="2730499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ledr_k1b" descr="Editable line; source id ledr_k1b"/>
          <p:cNvCxnSpPr/>
          <p:nvPr/>
        </p:nvCxnSpPr>
        <p:spPr>
          <a:xfrm flipV="1">
            <a:off x="7365999" y="2666999"/>
            <a:ext cx="79375" cy="1111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ledr_r2" descr="Editable shape; source id ledr_r2"/>
          <p:cNvSpPr/>
          <p:nvPr/>
        </p:nvSpPr>
        <p:spPr>
          <a:xfrm>
            <a:off x="4635499" y="3246437"/>
            <a:ext cx="2889249" cy="754062"/>
          </a:xfrm>
          <a:prstGeom prst="roundRect">
            <a:avLst>
              <a:gd name="adj" fmla="val 6315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ledr_r2_t" descr="Editable text; source id ledr_r2_t"/>
          <p:cNvSpPr txBox="1"/>
          <p:nvPr/>
        </p:nvSpPr>
        <p:spPr>
          <a:xfrm>
            <a:off x="4691062" y="3278187"/>
            <a:ext cx="2778124" cy="690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气氛</a:t>
            </a:r>
          </a:p>
        </p:txBody>
      </p:sp>
      <p:cxnSp>
        <p:nvCxnSpPr>
          <p:cNvPr id="73" name="ledr_k2a" descr="Editable line; source id ledr_k2a"/>
          <p:cNvCxnSpPr/>
          <p:nvPr/>
        </p:nvCxnSpPr>
        <p:spPr>
          <a:xfrm>
            <a:off x="7318374" y="3619499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edr_k2b" descr="Editable line; source id ledr_k2b"/>
          <p:cNvCxnSpPr/>
          <p:nvPr/>
        </p:nvCxnSpPr>
        <p:spPr>
          <a:xfrm flipV="1">
            <a:off x="7365999" y="3571874"/>
            <a:ext cx="79375" cy="95250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ledr_r3" descr="Editable shape; source id ledr_r3"/>
          <p:cNvSpPr/>
          <p:nvPr/>
        </p:nvSpPr>
        <p:spPr>
          <a:xfrm>
            <a:off x="4635499" y="4143374"/>
            <a:ext cx="2889249" cy="754062"/>
          </a:xfrm>
          <a:prstGeom prst="roundRect">
            <a:avLst>
              <a:gd name="adj" fmla="val 6315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ledr_r3_t" descr="Editable text; source id ledr_r3_t"/>
          <p:cNvSpPr txBox="1"/>
          <p:nvPr/>
        </p:nvSpPr>
        <p:spPr>
          <a:xfrm>
            <a:off x="4691062" y="4175124"/>
            <a:ext cx="2778124" cy="690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容器与助熔剂</a:t>
            </a:r>
          </a:p>
        </p:txBody>
      </p:sp>
      <p:cxnSp>
        <p:nvCxnSpPr>
          <p:cNvPr id="77" name="ledr_k3a" descr="Editable line; source id ledr_k3a"/>
          <p:cNvCxnSpPr/>
          <p:nvPr/>
        </p:nvCxnSpPr>
        <p:spPr>
          <a:xfrm>
            <a:off x="7318374" y="4524374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edr_k3b" descr="Editable line; source id ledr_k3b"/>
          <p:cNvCxnSpPr/>
          <p:nvPr/>
        </p:nvCxnSpPr>
        <p:spPr>
          <a:xfrm flipV="1">
            <a:off x="7365999" y="4460874"/>
            <a:ext cx="79375" cy="1111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ledr_r4" descr="Editable shape; source id ledr_r4"/>
          <p:cNvSpPr/>
          <p:nvPr/>
        </p:nvSpPr>
        <p:spPr>
          <a:xfrm>
            <a:off x="4635499" y="5040312"/>
            <a:ext cx="2889249" cy="754062"/>
          </a:xfrm>
          <a:prstGeom prst="roundRect">
            <a:avLst>
              <a:gd name="adj" fmla="val 6315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ledr_r4_t" descr="Editable text; source id ledr_r4_t"/>
          <p:cNvSpPr txBox="1"/>
          <p:nvPr/>
        </p:nvSpPr>
        <p:spPr>
          <a:xfrm>
            <a:off x="4691062" y="5072062"/>
            <a:ext cx="2778124" cy="690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冷却与分离</a:t>
            </a:r>
          </a:p>
        </p:txBody>
      </p:sp>
      <p:cxnSp>
        <p:nvCxnSpPr>
          <p:cNvPr id="81" name="ledr_k4a" descr="Editable line; source id ledr_k4a"/>
          <p:cNvCxnSpPr/>
          <p:nvPr/>
        </p:nvCxnSpPr>
        <p:spPr>
          <a:xfrm>
            <a:off x="7318374" y="5413374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edr_k4b" descr="Editable line; source id ledr_k4b"/>
          <p:cNvCxnSpPr/>
          <p:nvPr/>
        </p:nvCxnSpPr>
        <p:spPr>
          <a:xfrm flipV="1">
            <a:off x="7365999" y="5365749"/>
            <a:ext cx="79375" cy="95250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ledr_r5" descr="Editable shape; source id ledr_r5"/>
          <p:cNvSpPr/>
          <p:nvPr/>
        </p:nvSpPr>
        <p:spPr>
          <a:xfrm>
            <a:off x="4635499" y="5937249"/>
            <a:ext cx="2889249" cy="754062"/>
          </a:xfrm>
          <a:prstGeom prst="roundRect">
            <a:avLst>
              <a:gd name="adj" fmla="val 6315"/>
            </a:avLst>
          </a:prstGeom>
          <a:solidFill>
            <a:srgbClr val="F7F9FB"/>
          </a:solidFill>
          <a:ln w="9524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ledr_r5_t" descr="Editable text; source id ledr_r5_t"/>
          <p:cNvSpPr txBox="1"/>
          <p:nvPr/>
        </p:nvSpPr>
        <p:spPr>
          <a:xfrm>
            <a:off x="4691062" y="5968999"/>
            <a:ext cx="2778124" cy="6905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921"/>
              </a:lnSpc>
              <a:spcBef>
                <a:spcPts val="0"/>
              </a:spcBef>
              <a:spcAft>
                <a:spcPts val="0"/>
              </a:spcAft>
              <a:def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12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产物表征</a:t>
            </a:r>
          </a:p>
        </p:txBody>
      </p:sp>
      <p:cxnSp>
        <p:nvCxnSpPr>
          <p:cNvPr id="85" name="ledr_k5a" descr="Editable line; source id ledr_k5a"/>
          <p:cNvCxnSpPr/>
          <p:nvPr/>
        </p:nvCxnSpPr>
        <p:spPr>
          <a:xfrm>
            <a:off x="7318374" y="6318249"/>
            <a:ext cx="47625" cy="476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ledr_k5b" descr="Editable line; source id ledr_k5b"/>
          <p:cNvCxnSpPr/>
          <p:nvPr/>
        </p:nvCxnSpPr>
        <p:spPr>
          <a:xfrm flipV="1">
            <a:off x="7365999" y="6254749"/>
            <a:ext cx="79375" cy="111125"/>
          </a:xfrm>
          <a:prstGeom prst="line">
            <a:avLst/>
          </a:prstGeom>
          <a:ln w="12699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u1" descr="Editable shape; source id u1"/>
          <p:cNvSpPr/>
          <p:nvPr/>
        </p:nvSpPr>
        <p:spPr>
          <a:xfrm>
            <a:off x="8477249" y="761999"/>
            <a:ext cx="325437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u1_a" descr="Editable shape; source id u1_a"/>
          <p:cNvSpPr/>
          <p:nvPr/>
        </p:nvSpPr>
        <p:spPr>
          <a:xfrm>
            <a:off x="8477249" y="761999"/>
            <a:ext cx="32543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u1_g_o" descr="Editable shape; source id u1_g_o"/>
          <p:cNvSpPr/>
          <p:nvPr/>
        </p:nvSpPr>
        <p:spPr>
          <a:xfrm>
            <a:off x="8691562" y="1182687"/>
            <a:ext cx="182562" cy="182562"/>
          </a:xfrm>
          <a:prstGeom prst="ellipse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u1_g_a_0" descr="Editable line; source id u1_g_a_0"/>
          <p:cNvCxnSpPr/>
          <p:nvPr/>
        </p:nvCxnSpPr>
        <p:spPr>
          <a:xfrm>
            <a:off x="8842374" y="1198562"/>
            <a:ext cx="39688" cy="158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u1_g_a_1" descr="Editable line; source id u1_g_a_1"/>
          <p:cNvCxnSpPr/>
          <p:nvPr/>
        </p:nvCxnSpPr>
        <p:spPr>
          <a:xfrm flipH="1">
            <a:off x="8874124" y="1214437"/>
            <a:ext cx="7938" cy="3968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u1_t" descr="Editable text; source id u1_t"/>
          <p:cNvSpPr txBox="1"/>
          <p:nvPr/>
        </p:nvSpPr>
        <p:spPr>
          <a:xfrm>
            <a:off x="9001124" y="1135062"/>
            <a:ext cx="2555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直接条件复现</a:t>
            </a:r>
          </a:p>
        </p:txBody>
      </p:sp>
      <p:sp>
        <p:nvSpPr>
          <p:cNvPr id="93" name="u2" descr="Editable shape; source id u2"/>
          <p:cNvSpPr/>
          <p:nvPr/>
        </p:nvSpPr>
        <p:spPr>
          <a:xfrm>
            <a:off x="8477249" y="2127249"/>
            <a:ext cx="325437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u2_a" descr="Editable shape; source id u2_a"/>
          <p:cNvSpPr/>
          <p:nvPr/>
        </p:nvSpPr>
        <p:spPr>
          <a:xfrm>
            <a:off x="8477249" y="2127249"/>
            <a:ext cx="32543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5" name="u2_g_t_0" descr="Editable line; source id u2_g_t_0"/>
          <p:cNvCxnSpPr/>
          <p:nvPr/>
        </p:nvCxnSpPr>
        <p:spPr>
          <a:xfrm>
            <a:off x="8786812" y="2532062"/>
            <a:ext cx="111125" cy="206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u2_g_t_1" descr="Editable line; source id u2_g_t_1"/>
          <p:cNvCxnSpPr/>
          <p:nvPr/>
        </p:nvCxnSpPr>
        <p:spPr>
          <a:xfrm flipH="1">
            <a:off x="8675687" y="2738437"/>
            <a:ext cx="222250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u2_g_t_2" descr="Editable line; source id u2_g_t_2"/>
          <p:cNvCxnSpPr/>
          <p:nvPr/>
        </p:nvCxnSpPr>
        <p:spPr>
          <a:xfrm flipV="1">
            <a:off x="8675687" y="2532062"/>
            <a:ext cx="111125" cy="206375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u2_g_i_0" descr="Editable line; source id u2_g_i_0"/>
          <p:cNvCxnSpPr/>
          <p:nvPr/>
        </p:nvCxnSpPr>
        <p:spPr>
          <a:xfrm>
            <a:off x="8786812" y="2532062"/>
            <a:ext cx="31750" cy="13493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u2_g_i_1" descr="Editable line; source id u2_g_i_1"/>
          <p:cNvCxnSpPr/>
          <p:nvPr/>
        </p:nvCxnSpPr>
        <p:spPr>
          <a:xfrm flipH="1">
            <a:off x="8675687" y="2666999"/>
            <a:ext cx="142875" cy="7143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u2_g_d" descr="Editable shape; source id u2_g_d"/>
          <p:cNvSpPr/>
          <p:nvPr/>
        </p:nvSpPr>
        <p:spPr>
          <a:xfrm>
            <a:off x="8818562" y="2674937"/>
            <a:ext cx="31749" cy="31749"/>
          </a:xfrm>
          <a:prstGeom prst="ellipse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u2_t" descr="Editable text; source id u2_t"/>
          <p:cNvSpPr txBox="1"/>
          <p:nvPr/>
        </p:nvSpPr>
        <p:spPr>
          <a:xfrm>
            <a:off x="9001124" y="2500312"/>
            <a:ext cx="2555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谱系内相图与结构比较</a:t>
            </a:r>
          </a:p>
        </p:txBody>
      </p:sp>
      <p:sp>
        <p:nvSpPr>
          <p:cNvPr id="102" name="u3" descr="Editable shape; source id u3"/>
          <p:cNvSpPr/>
          <p:nvPr/>
        </p:nvSpPr>
        <p:spPr>
          <a:xfrm>
            <a:off x="8477249" y="3492499"/>
            <a:ext cx="325437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1112">
            <a:solidFill>
              <a:srgbClr val="5B759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u3_a" descr="Editable shape; source id u3_a"/>
          <p:cNvSpPr/>
          <p:nvPr/>
        </p:nvSpPr>
        <p:spPr>
          <a:xfrm>
            <a:off x="8477249" y="3492499"/>
            <a:ext cx="3254374" cy="47624"/>
          </a:xfrm>
          <a:prstGeom prst="roundRect">
            <a:avLst>
              <a:gd name="adj" fmla="val 50000"/>
            </a:avLst>
          </a:prstGeom>
          <a:solidFill>
            <a:srgbClr val="5B759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u3_g_a" descr="Editable shape; source id u3_g_a"/>
          <p:cNvSpPr/>
          <p:nvPr/>
        </p:nvSpPr>
        <p:spPr>
          <a:xfrm>
            <a:off x="8747124" y="3897312"/>
            <a:ext cx="87312" cy="55562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u3_g_b" descr="Editable shape; source id u3_g_b"/>
          <p:cNvSpPr/>
          <p:nvPr/>
        </p:nvSpPr>
        <p:spPr>
          <a:xfrm>
            <a:off x="8675687" y="4040187"/>
            <a:ext cx="87312" cy="55562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u3_g_c" descr="Editable shape; source id u3_g_c"/>
          <p:cNvSpPr/>
          <p:nvPr/>
        </p:nvSpPr>
        <p:spPr>
          <a:xfrm>
            <a:off x="8810624" y="4040187"/>
            <a:ext cx="87312" cy="55562"/>
          </a:xfrm>
          <a:prstGeom prst="rect">
            <a:avLst/>
          </a:prstGeom>
          <a:noFill/>
          <a:ln w="7937">
            <a:solidFill>
              <a:srgbClr val="1F29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7" name="u3_g_s" descr="Editable line; source id u3_g_s"/>
          <p:cNvCxnSpPr/>
          <p:nvPr/>
        </p:nvCxnSpPr>
        <p:spPr>
          <a:xfrm>
            <a:off x="8786812" y="3960812"/>
            <a:ext cx="0" cy="39687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u3_g_h" descr="Editable line; source id u3_g_h"/>
          <p:cNvCxnSpPr/>
          <p:nvPr/>
        </p:nvCxnSpPr>
        <p:spPr>
          <a:xfrm>
            <a:off x="8715374" y="4000499"/>
            <a:ext cx="142875" cy="0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u3_g_l" descr="Editable line; source id u3_g_l"/>
          <p:cNvCxnSpPr/>
          <p:nvPr/>
        </p:nvCxnSpPr>
        <p:spPr>
          <a:xfrm>
            <a:off x="8715374" y="4000499"/>
            <a:ext cx="0" cy="396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u3_g_r" descr="Editable line; source id u3_g_r"/>
          <p:cNvCxnSpPr/>
          <p:nvPr/>
        </p:nvCxnSpPr>
        <p:spPr>
          <a:xfrm>
            <a:off x="8858249" y="4000499"/>
            <a:ext cx="0" cy="39688"/>
          </a:xfrm>
          <a:prstGeom prst="line">
            <a:avLst/>
          </a:prstGeom>
          <a:ln w="7937">
            <a:solidFill>
              <a:srgbClr val="1F293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u3_t" descr="Editable text; source id u3_t"/>
          <p:cNvSpPr txBox="1"/>
          <p:nvPr/>
        </p:nvSpPr>
        <p:spPr>
          <a:xfrm>
            <a:off x="9001124" y="3865562"/>
            <a:ext cx="2555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13" b="1" i="0" lang="zh-CN" dirty="0">
                <a:solidFill>
                  <a:srgbClr val="2B3E57"/>
                </a:solidFill>
                <a:latin typeface="Noto Sans CJK SC"/>
                <a:ea typeface="Noto Sans CJK SC"/>
                <a:cs typeface="Noto Sans CJK SC"/>
              </a:rPr>
              <a:t>方法与变量结构</a:t>
            </a:r>
          </a:p>
        </p:txBody>
      </p:sp>
      <p:sp>
        <p:nvSpPr>
          <p:cNvPr id="112" name="u4" descr="Editable shape; source id u4"/>
          <p:cNvSpPr/>
          <p:nvPr/>
        </p:nvSpPr>
        <p:spPr>
          <a:xfrm>
            <a:off x="8477249" y="5937249"/>
            <a:ext cx="3254374" cy="984249"/>
          </a:xfrm>
          <a:prstGeom prst="roundRect">
            <a:avLst>
              <a:gd name="adj" fmla="val 7258"/>
            </a:avLst>
          </a:prstGeom>
          <a:solidFill>
            <a:srgbClr val="FFFFFF"/>
          </a:solidFill>
          <a:ln w="11112">
            <a:solidFill>
              <a:srgbClr val="9AA3AB"/>
            </a:solidFill>
            <a:custDash>
              <a:ds d="857143" sp="571429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u4_g_b" descr="Editable shape; source id u4_g_b"/>
          <p:cNvSpPr/>
          <p:nvPr/>
        </p:nvSpPr>
        <p:spPr>
          <a:xfrm>
            <a:off x="8683624" y="6349999"/>
            <a:ext cx="206374" cy="166687"/>
          </a:xfrm>
          <a:prstGeom prst="rect">
            <a:avLst/>
          </a:prstGeom>
          <a:noFill/>
          <a:ln w="7937">
            <a:solidFill>
              <a:srgbClr val="1F2937"/>
            </a:solidFill>
            <a:custDash>
              <a:ds d="238000" sp="204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u4_t" descr="Editable text; source id u4_t"/>
          <p:cNvSpPr txBox="1"/>
          <p:nvPr/>
        </p:nvSpPr>
        <p:spPr>
          <a:xfrm>
            <a:off x="9001124" y="6286499"/>
            <a:ext cx="2555874" cy="28574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203"/>
              </a:lnSpc>
              <a:spcBef>
                <a:spcPts val="0"/>
              </a:spcBef>
              <a:spcAft>
                <a:spcPts val="0"/>
              </a:spcAft>
              <a:defRPr sz="1513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13" b="1" i="0" lang="zh-CN" dirty="0">
                <a:solidFill>
                  <a:srgbClr val="5B6570"/>
                </a:solidFill>
                <a:latin typeface="Noto Sans CJK SC"/>
                <a:ea typeface="Noto Sans CJK SC"/>
                <a:cs typeface="Noto Sans CJK SC"/>
              </a:rPr>
              <a:t>划定研究范围</a:t>
            </a:r>
          </a:p>
        </p:txBody>
      </p:sp>
      <p:cxnSp>
        <p:nvCxnSpPr>
          <p:cNvPr id="115" name="br0_0" descr="Editable line; source id br0_0"/>
          <p:cNvCxnSpPr/>
          <p:nvPr/>
        </p:nvCxnSpPr>
        <p:spPr>
          <a:xfrm>
            <a:off x="3794124" y="1254124"/>
            <a:ext cx="22225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br1_0" descr="Editable line; source id br1_0"/>
          <p:cNvCxnSpPr/>
          <p:nvPr/>
        </p:nvCxnSpPr>
        <p:spPr>
          <a:xfrm>
            <a:off x="3794124" y="2428874"/>
            <a:ext cx="22225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br2_0" descr="Editable line; source id br2_0"/>
          <p:cNvCxnSpPr/>
          <p:nvPr/>
        </p:nvCxnSpPr>
        <p:spPr>
          <a:xfrm>
            <a:off x="3794124" y="3603624"/>
            <a:ext cx="22225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br3_0" descr="Editable line; source id br3_0"/>
          <p:cNvCxnSpPr/>
          <p:nvPr/>
        </p:nvCxnSpPr>
        <p:spPr>
          <a:xfrm>
            <a:off x="3794124" y="4778374"/>
            <a:ext cx="222250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brv_0" descr="Editable line; source id brv_0"/>
          <p:cNvCxnSpPr/>
          <p:nvPr/>
        </p:nvCxnSpPr>
        <p:spPr>
          <a:xfrm>
            <a:off x="4016374" y="1254124"/>
            <a:ext cx="0" cy="352425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brh_0" descr="Editable line; source id brh_0"/>
          <p:cNvSpPr/>
          <p:nvPr/>
        </p:nvSpPr>
        <p:spPr>
          <a:xfrm>
            <a:off x="4016375" y="2976562"/>
            <a:ext cx="396875" cy="79375"/>
          </a:xfrm>
          <a:custGeom>
            <a:avLst/>
            <a:gdLst/>
            <a:ahLst/>
            <a:cxnLst/>
            <a:rect l="l" t="t" r="r" b="b"/>
            <a:pathLst>
              <a:path w="50000" h="10000">
                <a:moveTo>
                  <a:pt x="0" y="4100"/>
                </a:moveTo>
                <a:lnTo>
                  <a:pt x="38000" y="4100"/>
                </a:lnTo>
                <a:lnTo>
                  <a:pt x="38000" y="0"/>
                </a:lnTo>
                <a:lnTo>
                  <a:pt x="50000" y="5000"/>
                </a:lnTo>
                <a:lnTo>
                  <a:pt x="38000" y="10000"/>
                </a:lnTo>
                <a:lnTo>
                  <a:pt x="38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fan0_0" descr="Editable line; source id fan0_0"/>
          <p:cNvCxnSpPr/>
          <p:nvPr/>
        </p:nvCxnSpPr>
        <p:spPr>
          <a:xfrm>
            <a:off x="7746999" y="3016249"/>
            <a:ext cx="269875" cy="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fanv_0" descr="Editable line; source id fanv_0"/>
          <p:cNvCxnSpPr/>
          <p:nvPr/>
        </p:nvCxnSpPr>
        <p:spPr>
          <a:xfrm>
            <a:off x="8016874" y="1254124"/>
            <a:ext cx="0" cy="2730500"/>
          </a:xfrm>
          <a:prstGeom prst="line">
            <a:avLst/>
          </a:prstGeom>
          <a:ln w="14287">
            <a:solidFill>
              <a:srgbClr val="4B556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fan1_0" descr="Editable line; source id fan1_0"/>
          <p:cNvSpPr/>
          <p:nvPr/>
        </p:nvSpPr>
        <p:spPr>
          <a:xfrm>
            <a:off x="8016875" y="1214437"/>
            <a:ext cx="428625" cy="79375"/>
          </a:xfrm>
          <a:custGeom>
            <a:avLst/>
            <a:gdLst/>
            <a:ahLst/>
            <a:cxnLst/>
            <a:rect l="l" t="t" r="r" b="b"/>
            <a:pathLst>
              <a:path w="54000" h="10000">
                <a:moveTo>
                  <a:pt x="0" y="4100"/>
                </a:moveTo>
                <a:lnTo>
                  <a:pt x="42000" y="4100"/>
                </a:lnTo>
                <a:lnTo>
                  <a:pt x="42000" y="0"/>
                </a:lnTo>
                <a:lnTo>
                  <a:pt x="54000" y="5000"/>
                </a:lnTo>
                <a:lnTo>
                  <a:pt x="42000" y="10000"/>
                </a:lnTo>
                <a:lnTo>
                  <a:pt x="4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an2_0" descr="Editable line; source id fan2_0"/>
          <p:cNvSpPr/>
          <p:nvPr/>
        </p:nvSpPr>
        <p:spPr>
          <a:xfrm>
            <a:off x="8016875" y="2579687"/>
            <a:ext cx="428625" cy="79375"/>
          </a:xfrm>
          <a:custGeom>
            <a:avLst/>
            <a:gdLst/>
            <a:ahLst/>
            <a:cxnLst/>
            <a:rect l="l" t="t" r="r" b="b"/>
            <a:pathLst>
              <a:path w="54000" h="10000">
                <a:moveTo>
                  <a:pt x="0" y="4100"/>
                </a:moveTo>
                <a:lnTo>
                  <a:pt x="42000" y="4100"/>
                </a:lnTo>
                <a:lnTo>
                  <a:pt x="42000" y="0"/>
                </a:lnTo>
                <a:lnTo>
                  <a:pt x="54000" y="5000"/>
                </a:lnTo>
                <a:lnTo>
                  <a:pt x="42000" y="10000"/>
                </a:lnTo>
                <a:lnTo>
                  <a:pt x="4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an3_0" descr="Editable line; source id fan3_0"/>
          <p:cNvSpPr/>
          <p:nvPr/>
        </p:nvSpPr>
        <p:spPr>
          <a:xfrm>
            <a:off x="8016875" y="3944937"/>
            <a:ext cx="428625" cy="79375"/>
          </a:xfrm>
          <a:custGeom>
            <a:avLst/>
            <a:gdLst/>
            <a:ahLst/>
            <a:cxnLst/>
            <a:rect l="l" t="t" r="r" b="b"/>
            <a:pathLst>
              <a:path w="54000" h="10000">
                <a:moveTo>
                  <a:pt x="0" y="4100"/>
                </a:moveTo>
                <a:lnTo>
                  <a:pt x="42000" y="4100"/>
                </a:lnTo>
                <a:lnTo>
                  <a:pt x="42000" y="0"/>
                </a:lnTo>
                <a:lnTo>
                  <a:pt x="54000" y="5000"/>
                </a:lnTo>
                <a:lnTo>
                  <a:pt x="42000" y="10000"/>
                </a:lnTo>
                <a:lnTo>
                  <a:pt x="42000" y="5900"/>
                </a:lnTo>
                <a:lnTo>
                  <a:pt x="0" y="5900"/>
                </a:lnTo>
                <a:close/>
              </a:path>
            </a:pathLst>
          </a:custGeom>
          <a:solidFill>
            <a:srgbClr val="4B55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ex_0" descr="Editable line; source id ex_0"/>
          <p:cNvCxnSpPr/>
          <p:nvPr/>
        </p:nvCxnSpPr>
        <p:spPr>
          <a:xfrm>
            <a:off x="2262187" y="6953249"/>
            <a:ext cx="0" cy="428625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ex_1" descr="Editable line; source id ex_1"/>
          <p:cNvCxnSpPr/>
          <p:nvPr/>
        </p:nvCxnSpPr>
        <p:spPr>
          <a:xfrm>
            <a:off x="2262187" y="7381874"/>
            <a:ext cx="7842250" cy="0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ex_2" descr="Editable line; source id ex_2"/>
          <p:cNvCxnSpPr/>
          <p:nvPr/>
        </p:nvCxnSpPr>
        <p:spPr>
          <a:xfrm flipV="1">
            <a:off x="10104437" y="6953249"/>
            <a:ext cx="0" cy="428625"/>
          </a:xfrm>
          <a:prstGeom prst="line">
            <a:avLst/>
          </a:prstGeom>
          <a:ln w="14287">
            <a:solidFill>
              <a:srgbClr val="4B5563"/>
            </a:solidFill>
            <a:custDash>
              <a:ds d="611111" sp="388889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ex_p" descr="Editable shape; source id ex_p"/>
          <p:cNvSpPr/>
          <p:nvPr/>
        </p:nvSpPr>
        <p:spPr>
          <a:xfrm>
            <a:off x="5897562" y="7223124"/>
            <a:ext cx="571499" cy="30956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8731">
            <a:solidFill>
              <a:srgbClr val="CB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ex_p_t" descr="Editable text; source id ex_p_t"/>
          <p:cNvSpPr txBox="1"/>
          <p:nvPr/>
        </p:nvSpPr>
        <p:spPr>
          <a:xfrm>
            <a:off x="5976937" y="7254874"/>
            <a:ext cx="412749" cy="246062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1640"/>
              </a:lnSpc>
              <a:spcBef>
                <a:spcPts val="0"/>
              </a:spcBef>
              <a:spcAft>
                <a:spcPts val="0"/>
              </a:spcAft>
              <a:def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124" b="0" i="0" lang="zh-CN" dirty="0">
                <a:solidFill>
                  <a:srgbClr val="3F4854"/>
                </a:solidFill>
                <a:latin typeface="Noto Sans CJK SC"/>
                <a:ea typeface="Noto Sans CJK SC"/>
                <a:cs typeface="Noto Sans CJK SC"/>
              </a:rPr>
              <a:t>排除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