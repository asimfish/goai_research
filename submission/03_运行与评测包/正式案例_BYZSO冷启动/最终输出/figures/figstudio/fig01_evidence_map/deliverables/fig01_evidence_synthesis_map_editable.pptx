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2864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1 不同文献对目标化合物合成研究的适用范围（第六轮：印刷字号 + 内容定尺寸） [paper=byzso] [print_width_pt=435.2]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4254499" cy="5881687"/>
          </a:xfrm>
          <a:prstGeom prst="roundRect">
            <a:avLst>
              <a:gd name="adj" fmla="val 2611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4651374" y="206374"/>
            <a:ext cx="3174999" cy="5881687"/>
          </a:xfrm>
          <a:prstGeom prst="roundRect">
            <a:avLst>
              <a:gd name="adj" fmla="val 3500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4794249" y="285749"/>
            <a:ext cx="1285874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Q" descr="Editable shape; source id zQ"/>
          <p:cNvSpPr/>
          <p:nvPr/>
        </p:nvSpPr>
        <p:spPr>
          <a:xfrm>
            <a:off x="8016874" y="206374"/>
            <a:ext cx="3968749" cy="5881687"/>
          </a:xfrm>
          <a:prstGeom prst="roundRect">
            <a:avLst>
              <a:gd name="adj" fmla="val 28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Q_l" descr="Editable text; source id zQ_l"/>
          <p:cNvSpPr txBox="1"/>
          <p:nvPr/>
        </p:nvSpPr>
        <p:spPr>
          <a:xfrm>
            <a:off x="8159749" y="285749"/>
            <a:ext cx="1809749" cy="4444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3015"/>
              </a:lnSpc>
              <a:spcBef>
                <a:spcPts val="0"/>
              </a:spcBef>
              <a:spcAft>
                <a:spcPts val="0"/>
              </a:spcAft>
              <a:defRPr sz="2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可回答的问题</a:t>
            </a:r>
          </a:p>
        </p:txBody>
      </p:sp>
      <p:sp>
        <p:nvSpPr>
          <p:cNvPr id="8" name="a1" descr="Editable shape; source id a1"/>
          <p:cNvSpPr/>
          <p:nvPr/>
        </p:nvSpPr>
        <p:spPr>
          <a:xfrm>
            <a:off x="777874" y="809624"/>
            <a:ext cx="355599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1_b" descr="Editable shape; source id a1_b"/>
          <p:cNvSpPr/>
          <p:nvPr/>
        </p:nvSpPr>
        <p:spPr>
          <a:xfrm>
            <a:off x="777874" y="80962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1_g_s0" descr="Editable shape; source id a1_g_s0"/>
          <p:cNvSpPr/>
          <p:nvPr/>
        </p:nvSpPr>
        <p:spPr>
          <a:xfrm>
            <a:off x="976312" y="1119187"/>
            <a:ext cx="150812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a1_g_l1" descr="Editable line; source id a1_g_l1"/>
          <p:cNvCxnSpPr/>
          <p:nvPr/>
        </p:nvCxnSpPr>
        <p:spPr>
          <a:xfrm>
            <a:off x="1015999" y="1206499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a1_g_l2" descr="Editable line; source id a1_g_l2"/>
          <p:cNvCxnSpPr/>
          <p:nvPr/>
        </p:nvCxnSpPr>
        <p:spPr>
          <a:xfrm>
            <a:off x="1015999" y="1246187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1_g_l3" descr="Editable line; source id a1_g_l3"/>
          <p:cNvCxnSpPr/>
          <p:nvPr/>
        </p:nvCxnSpPr>
        <p:spPr>
          <a:xfrm>
            <a:off x="1015999" y="1293812"/>
            <a:ext cx="714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1_t" descr="Editable text; source id a1_t"/>
          <p:cNvSpPr txBox="1"/>
          <p:nvPr/>
        </p:nvSpPr>
        <p:spPr>
          <a:xfrm>
            <a:off x="1317624" y="1023937"/>
            <a:ext cx="292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目标化合物直接报道</a:t>
            </a:r>
          </a:p>
        </p:txBody>
      </p:sp>
      <p:sp>
        <p:nvSpPr>
          <p:cNvPr id="15" name="a2" descr="Editable shape; source id a2"/>
          <p:cNvSpPr/>
          <p:nvPr/>
        </p:nvSpPr>
        <p:spPr>
          <a:xfrm>
            <a:off x="777874" y="1857374"/>
            <a:ext cx="355599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2_b" descr="Editable shape; source id a2_b"/>
          <p:cNvSpPr/>
          <p:nvPr/>
        </p:nvSpPr>
        <p:spPr>
          <a:xfrm>
            <a:off x="777874" y="185737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a2_g_o_0" descr="Editable line; source id a2_g_o_0"/>
          <p:cNvCxnSpPr/>
          <p:nvPr/>
        </p:nvCxnSpPr>
        <p:spPr>
          <a:xfrm>
            <a:off x="1079499" y="2151062"/>
            <a:ext cx="1270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a2_g_o_1" descr="Editable line; source id a2_g_o_1"/>
          <p:cNvCxnSpPr/>
          <p:nvPr/>
        </p:nvCxnSpPr>
        <p:spPr>
          <a:xfrm flipH="1">
            <a:off x="1150937" y="2230437"/>
            <a:ext cx="55562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a2_g_o_2" descr="Editable line; source id a2_g_o_2"/>
          <p:cNvCxnSpPr/>
          <p:nvPr/>
        </p:nvCxnSpPr>
        <p:spPr>
          <a:xfrm flipH="1">
            <a:off x="1008062" y="2405062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a2_g_o_3" descr="Editable line; source id a2_g_o_3"/>
          <p:cNvCxnSpPr/>
          <p:nvPr/>
        </p:nvCxnSpPr>
        <p:spPr>
          <a:xfrm flipH="1" flipV="1">
            <a:off x="952499" y="2230437"/>
            <a:ext cx="55563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a2_g_o_4" descr="Editable line; source id a2_g_o_4"/>
          <p:cNvCxnSpPr/>
          <p:nvPr/>
        </p:nvCxnSpPr>
        <p:spPr>
          <a:xfrm flipV="1">
            <a:off x="952499" y="2151062"/>
            <a:ext cx="1270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a2_g_a" descr="Editable line; source id a2_g_a"/>
          <p:cNvCxnSpPr/>
          <p:nvPr/>
        </p:nvCxnSpPr>
        <p:spPr>
          <a:xfrm>
            <a:off x="1079499" y="2151062"/>
            <a:ext cx="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a2_g_b" descr="Editable line; source id a2_g_b"/>
          <p:cNvCxnSpPr/>
          <p:nvPr/>
        </p:nvCxnSpPr>
        <p:spPr>
          <a:xfrm>
            <a:off x="952499" y="2230437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2_t" descr="Editable text; source id a2_t"/>
          <p:cNvSpPr txBox="1"/>
          <p:nvPr/>
        </p:nvSpPr>
        <p:spPr>
          <a:xfrm>
            <a:off x="1317624" y="2071687"/>
            <a:ext cx="292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同类</a:t>
            </a:r>
            <a:r>
              <a:rPr sz="1937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 Ba–Y </a:t>
            </a: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四方硅酸盐</a:t>
            </a:r>
          </a:p>
        </p:txBody>
      </p:sp>
      <p:sp>
        <p:nvSpPr>
          <p:cNvPr id="25" name="a3" descr="Editable shape; source id a3"/>
          <p:cNvSpPr/>
          <p:nvPr/>
        </p:nvSpPr>
        <p:spPr>
          <a:xfrm>
            <a:off x="777874" y="2905124"/>
            <a:ext cx="355599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3_b" descr="Editable shape; source id a3_b"/>
          <p:cNvSpPr/>
          <p:nvPr/>
        </p:nvSpPr>
        <p:spPr>
          <a:xfrm>
            <a:off x="777874" y="290512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a3_g_h0" descr="Editable line; source id a3_g_h0"/>
          <p:cNvCxnSpPr/>
          <p:nvPr/>
        </p:nvCxnSpPr>
        <p:spPr>
          <a:xfrm>
            <a:off x="976312" y="3230562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a3_g_v0" descr="Editable line; source id a3_g_v0"/>
          <p:cNvCxnSpPr/>
          <p:nvPr/>
        </p:nvCxnSpPr>
        <p:spPr>
          <a:xfrm>
            <a:off x="976312" y="3230562"/>
            <a:ext cx="0" cy="198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a3_g_h1" descr="Editable line; source id a3_g_h1"/>
          <p:cNvCxnSpPr/>
          <p:nvPr/>
        </p:nvCxnSpPr>
        <p:spPr>
          <a:xfrm>
            <a:off x="976312" y="3325812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a3_g_v1" descr="Editable line; source id a3_g_v1"/>
          <p:cNvCxnSpPr/>
          <p:nvPr/>
        </p:nvCxnSpPr>
        <p:spPr>
          <a:xfrm>
            <a:off x="1079499" y="3230562"/>
            <a:ext cx="0" cy="198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a3_g_h2" descr="Editable line; source id a3_g_h2"/>
          <p:cNvCxnSpPr/>
          <p:nvPr/>
        </p:nvCxnSpPr>
        <p:spPr>
          <a:xfrm>
            <a:off x="976312" y="3428999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a3_g_v2" descr="Editable line; source id a3_g_v2"/>
          <p:cNvCxnSpPr/>
          <p:nvPr/>
        </p:nvCxnSpPr>
        <p:spPr>
          <a:xfrm>
            <a:off x="1182687" y="3230562"/>
            <a:ext cx="0" cy="198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3_g_d00" descr="Editable shape; source id a3_g_d00"/>
          <p:cNvSpPr/>
          <p:nvPr/>
        </p:nvSpPr>
        <p:spPr>
          <a:xfrm>
            <a:off x="952499" y="3206749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3_g_d01" descr="Editable shape; source id a3_g_d01"/>
          <p:cNvSpPr/>
          <p:nvPr/>
        </p:nvSpPr>
        <p:spPr>
          <a:xfrm>
            <a:off x="952499" y="33099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3_g_d02" descr="Editable shape; source id a3_g_d02"/>
          <p:cNvSpPr/>
          <p:nvPr/>
        </p:nvSpPr>
        <p:spPr>
          <a:xfrm>
            <a:off x="952499" y="340518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3_g_d10" descr="Editable shape; source id a3_g_d10"/>
          <p:cNvSpPr/>
          <p:nvPr/>
        </p:nvSpPr>
        <p:spPr>
          <a:xfrm>
            <a:off x="1055687" y="3206749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3_g_d11" descr="Editable shape; source id a3_g_d11"/>
          <p:cNvSpPr/>
          <p:nvPr/>
        </p:nvSpPr>
        <p:spPr>
          <a:xfrm>
            <a:off x="1055687" y="3309937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3_g_d12" descr="Editable shape; source id a3_g_d12"/>
          <p:cNvSpPr/>
          <p:nvPr/>
        </p:nvSpPr>
        <p:spPr>
          <a:xfrm>
            <a:off x="1055687" y="340518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3_g_d20" descr="Editable shape; source id a3_g_d20"/>
          <p:cNvSpPr/>
          <p:nvPr/>
        </p:nvSpPr>
        <p:spPr>
          <a:xfrm>
            <a:off x="1158874" y="3206749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3_g_d21" descr="Editable shape; source id a3_g_d21"/>
          <p:cNvSpPr/>
          <p:nvPr/>
        </p:nvSpPr>
        <p:spPr>
          <a:xfrm>
            <a:off x="1158874" y="33099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3_g_d22" descr="Editable shape; source id a3_g_d22"/>
          <p:cNvSpPr/>
          <p:nvPr/>
        </p:nvSpPr>
        <p:spPr>
          <a:xfrm>
            <a:off x="1158874" y="340518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3_t" descr="Editable text; source id a3_t"/>
          <p:cNvSpPr txBox="1"/>
          <p:nvPr/>
        </p:nvSpPr>
        <p:spPr>
          <a:xfrm>
            <a:off x="1317624" y="3119437"/>
            <a:ext cx="292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结构相关化合物</a:t>
            </a:r>
          </a:p>
        </p:txBody>
      </p:sp>
      <p:sp>
        <p:nvSpPr>
          <p:cNvPr id="43" name="a4" descr="Editable shape; source id a4"/>
          <p:cNvSpPr/>
          <p:nvPr/>
        </p:nvSpPr>
        <p:spPr>
          <a:xfrm>
            <a:off x="777874" y="3944937"/>
            <a:ext cx="355599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4_b" descr="Editable shape; source id a4_b"/>
          <p:cNvSpPr/>
          <p:nvPr/>
        </p:nvSpPr>
        <p:spPr>
          <a:xfrm>
            <a:off x="777874" y="3944937"/>
            <a:ext cx="47624" cy="857249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4_g_b_0" descr="Editable line; source id a4_g_b_0"/>
          <p:cNvCxnSpPr/>
          <p:nvPr/>
        </p:nvCxnSpPr>
        <p:spPr>
          <a:xfrm>
            <a:off x="992187" y="4310062"/>
            <a:ext cx="3175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a4_g_b_1" descr="Editable line; source id a4_g_b_1"/>
          <p:cNvCxnSpPr/>
          <p:nvPr/>
        </p:nvCxnSpPr>
        <p:spPr>
          <a:xfrm>
            <a:off x="1023937" y="4484687"/>
            <a:ext cx="111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a4_g_b_2" descr="Editable line; source id a4_g_b_2"/>
          <p:cNvCxnSpPr/>
          <p:nvPr/>
        </p:nvCxnSpPr>
        <p:spPr>
          <a:xfrm flipV="1">
            <a:off x="1135062" y="4310062"/>
            <a:ext cx="3175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4_g_r" descr="Editable line; source id a4_g_r"/>
          <p:cNvCxnSpPr/>
          <p:nvPr/>
        </p:nvCxnSpPr>
        <p:spPr>
          <a:xfrm>
            <a:off x="968374" y="4310062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4_t" descr="Editable text; source id a4_t"/>
          <p:cNvSpPr txBox="1"/>
          <p:nvPr/>
        </p:nvSpPr>
        <p:spPr>
          <a:xfrm>
            <a:off x="1317624" y="4167187"/>
            <a:ext cx="292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工艺参照研究</a:t>
            </a:r>
          </a:p>
        </p:txBody>
      </p:sp>
      <p:sp>
        <p:nvSpPr>
          <p:cNvPr id="50" name="a5" descr="Editable shape; source id a5"/>
          <p:cNvSpPr/>
          <p:nvPr/>
        </p:nvSpPr>
        <p:spPr>
          <a:xfrm>
            <a:off x="777874" y="5087937"/>
            <a:ext cx="355599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5_g_s0" descr="Editable shape; source id a5_g_s0"/>
          <p:cNvSpPr/>
          <p:nvPr/>
        </p:nvSpPr>
        <p:spPr>
          <a:xfrm>
            <a:off x="976312" y="5397499"/>
            <a:ext cx="150812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a5_g_l1" descr="Editable line; source id a5_g_l1"/>
          <p:cNvCxnSpPr/>
          <p:nvPr/>
        </p:nvCxnSpPr>
        <p:spPr>
          <a:xfrm>
            <a:off x="1015999" y="5484812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a5_g_l2" descr="Editable line; source id a5_g_l2"/>
          <p:cNvCxnSpPr/>
          <p:nvPr/>
        </p:nvCxnSpPr>
        <p:spPr>
          <a:xfrm>
            <a:off x="1015999" y="5524499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a5_g_l3" descr="Editable line; source id a5_g_l3"/>
          <p:cNvCxnSpPr/>
          <p:nvPr/>
        </p:nvCxnSpPr>
        <p:spPr>
          <a:xfrm>
            <a:off x="1015999" y="5572124"/>
            <a:ext cx="714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a5_g_x" descr="Editable line; source id a5_g_x"/>
          <p:cNvCxnSpPr/>
          <p:nvPr/>
        </p:nvCxnSpPr>
        <p:spPr>
          <a:xfrm flipV="1">
            <a:off x="968374" y="5389562"/>
            <a:ext cx="22225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a5_t" descr="Editable text; source id a5_t"/>
          <p:cNvSpPr txBox="1"/>
          <p:nvPr/>
        </p:nvSpPr>
        <p:spPr>
          <a:xfrm>
            <a:off x="1317624" y="5302249"/>
            <a:ext cx="292099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非相关资料</a:t>
            </a:r>
          </a:p>
        </p:txBody>
      </p:sp>
      <p:sp>
        <p:nvSpPr>
          <p:cNvPr id="57" name="ax_n" descr="Editable text; source id ax_n"/>
          <p:cNvSpPr txBox="1"/>
          <p:nvPr/>
        </p:nvSpPr>
        <p:spPr>
          <a:xfrm>
            <a:off x="349249" y="809624"/>
            <a:ext cx="412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近</a:t>
            </a:r>
          </a:p>
        </p:txBody>
      </p:sp>
      <p:sp>
        <p:nvSpPr>
          <p:cNvPr id="58" name="ax_f" descr="Editable text; source id ax_f"/>
          <p:cNvSpPr txBox="1"/>
          <p:nvPr/>
        </p:nvSpPr>
        <p:spPr>
          <a:xfrm>
            <a:off x="349249" y="4452937"/>
            <a:ext cx="412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远</a:t>
            </a:r>
          </a:p>
        </p:txBody>
      </p:sp>
      <p:sp>
        <p:nvSpPr>
          <p:cNvPr id="59" name="ax_l" descr="Editable text; source id ax_l"/>
          <p:cNvSpPr txBox="1"/>
          <p:nvPr/>
        </p:nvSpPr>
        <p:spPr>
          <a:xfrm rot="16200000">
            <a:off x="-238124" y="2627312"/>
            <a:ext cx="1579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与目标相的距离</a:t>
            </a:r>
          </a:p>
        </p:txBody>
      </p:sp>
      <p:cxnSp>
        <p:nvCxnSpPr>
          <p:cNvPr id="60" name="ax_u" descr="Editable line; source id ax_u"/>
          <p:cNvCxnSpPr/>
          <p:nvPr/>
        </p:nvCxnSpPr>
        <p:spPr>
          <a:xfrm>
            <a:off x="555624" y="1206499"/>
            <a:ext cx="0" cy="746125"/>
          </a:xfrm>
          <a:prstGeom prst="line">
            <a:avLst/>
          </a:prstGeom>
          <a:ln w="17462">
            <a:solidFill>
              <a:srgbClr val="2730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ax_d" descr="Editable line; source id ax_d"/>
          <p:cNvSpPr/>
          <p:nvPr/>
        </p:nvSpPr>
        <p:spPr>
          <a:xfrm>
            <a:off x="515937" y="3659187"/>
            <a:ext cx="79375" cy="746125"/>
          </a:xfrm>
          <a:custGeom>
            <a:avLst/>
            <a:gdLst/>
            <a:ahLst/>
            <a:cxnLst/>
            <a:rect l="l" t="t" r="r" b="b"/>
            <a:pathLst>
              <a:path w="10000" h="94000">
                <a:moveTo>
                  <a:pt x="6100" y="0"/>
                </a:moveTo>
                <a:lnTo>
                  <a:pt x="6100" y="81000"/>
                </a:lnTo>
                <a:lnTo>
                  <a:pt x="10000" y="81000"/>
                </a:lnTo>
                <a:lnTo>
                  <a:pt x="5000" y="94000"/>
                </a:lnTo>
                <a:lnTo>
                  <a:pt x="0" y="81000"/>
                </a:lnTo>
                <a:lnTo>
                  <a:pt x="3900" y="81000"/>
                </a:lnTo>
                <a:lnTo>
                  <a:pt x="3900" y="0"/>
                </a:lnTo>
                <a:close/>
              </a:path>
            </a:pathLst>
          </a:custGeom>
          <a:solidFill>
            <a:srgbClr val="27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led" descr="Editable shape; source id led"/>
          <p:cNvSpPr/>
          <p:nvPr/>
        </p:nvSpPr>
        <p:spPr>
          <a:xfrm>
            <a:off x="4778374" y="809624"/>
            <a:ext cx="2920999" cy="3992562"/>
          </a:xfrm>
          <a:prstGeom prst="roundRect">
            <a:avLst>
              <a:gd name="adj" fmla="val 2445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d_b" descr="Editable shape; source id led_b"/>
          <p:cNvSpPr/>
          <p:nvPr/>
        </p:nvSpPr>
        <p:spPr>
          <a:xfrm>
            <a:off x="4778374" y="809624"/>
            <a:ext cx="47624" cy="3992562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d_g_b" descr="Editable shape; source id led_g_b"/>
          <p:cNvSpPr/>
          <p:nvPr/>
        </p:nvSpPr>
        <p:spPr>
          <a:xfrm>
            <a:off x="6127749" y="1000124"/>
            <a:ext cx="261937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led_g_r1" descr="Editable line; source id led_g_r1"/>
          <p:cNvCxnSpPr/>
          <p:nvPr/>
        </p:nvCxnSpPr>
        <p:spPr>
          <a:xfrm>
            <a:off x="6127749" y="107949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ed_g_r2" descr="Editable line; source id led_g_r2"/>
          <p:cNvCxnSpPr/>
          <p:nvPr/>
        </p:nvCxnSpPr>
        <p:spPr>
          <a:xfrm>
            <a:off x="6127749" y="115093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ed_g_c1" descr="Editable line; source id led_g_c1"/>
          <p:cNvCxnSpPr/>
          <p:nvPr/>
        </p:nvCxnSpPr>
        <p:spPr>
          <a:xfrm>
            <a:off x="6215062" y="1000124"/>
            <a:ext cx="0" cy="230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led_g_c2" descr="Editable line; source id led_g_c2"/>
          <p:cNvCxnSpPr/>
          <p:nvPr/>
        </p:nvCxnSpPr>
        <p:spPr>
          <a:xfrm>
            <a:off x="6310312" y="1000124"/>
            <a:ext cx="0" cy="230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led_t" descr="Editable text; source id led_t"/>
          <p:cNvSpPr txBox="1"/>
          <p:nvPr/>
        </p:nvSpPr>
        <p:spPr>
          <a:xfrm>
            <a:off x="4937124" y="1349374"/>
            <a:ext cx="2651124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相同实验项目下比较</a:t>
            </a:r>
          </a:p>
        </p:txBody>
      </p:sp>
      <p:sp>
        <p:nvSpPr>
          <p:cNvPr id="70" name="ledr_r0" descr="Editable shape; source id ledr_r0"/>
          <p:cNvSpPr/>
          <p:nvPr/>
        </p:nvSpPr>
        <p:spPr>
          <a:xfrm>
            <a:off x="4937124" y="186531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ledr_c0_b" descr="Editable shape; source id ledr_c0_b"/>
          <p:cNvSpPr/>
          <p:nvPr/>
        </p:nvSpPr>
        <p:spPr>
          <a:xfrm>
            <a:off x="5048249" y="200818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ledr_c0_k_0" descr="Editable line; source id ledr_c0_k_0"/>
          <p:cNvCxnSpPr/>
          <p:nvPr/>
        </p:nvCxnSpPr>
        <p:spPr>
          <a:xfrm>
            <a:off x="5079999" y="207962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ledr_c0_k_1" descr="Editable line; source id ledr_c0_k_1"/>
          <p:cNvCxnSpPr/>
          <p:nvPr/>
        </p:nvCxnSpPr>
        <p:spPr>
          <a:xfrm flipV="1">
            <a:off x="5111749" y="204787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dr_x0" descr="Editable text; source id ledr_x0"/>
          <p:cNvSpPr txBox="1"/>
          <p:nvPr/>
        </p:nvSpPr>
        <p:spPr>
          <a:xfrm>
            <a:off x="5302249" y="188912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原料与配比</a:t>
            </a:r>
          </a:p>
        </p:txBody>
      </p:sp>
      <p:sp>
        <p:nvSpPr>
          <p:cNvPr id="75" name="ledr_r1" descr="Editable shape; source id ledr_r1"/>
          <p:cNvSpPr/>
          <p:nvPr/>
        </p:nvSpPr>
        <p:spPr>
          <a:xfrm>
            <a:off x="4937124" y="234156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edr_c1_b" descr="Editable shape; source id ledr_c1_b"/>
          <p:cNvSpPr/>
          <p:nvPr/>
        </p:nvSpPr>
        <p:spPr>
          <a:xfrm>
            <a:off x="5048249" y="248443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ledr_c1_k_0" descr="Editable line; source id ledr_c1_k_0"/>
          <p:cNvCxnSpPr/>
          <p:nvPr/>
        </p:nvCxnSpPr>
        <p:spPr>
          <a:xfrm>
            <a:off x="5079999" y="255587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ledr_c1_k_1" descr="Editable line; source id ledr_c1_k_1"/>
          <p:cNvCxnSpPr/>
          <p:nvPr/>
        </p:nvCxnSpPr>
        <p:spPr>
          <a:xfrm flipV="1">
            <a:off x="5111749" y="252412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ledr_x1" descr="Editable text; source id ledr_x1"/>
          <p:cNvSpPr txBox="1"/>
          <p:nvPr/>
        </p:nvSpPr>
        <p:spPr>
          <a:xfrm>
            <a:off x="5302249" y="236537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热历史</a:t>
            </a:r>
          </a:p>
        </p:txBody>
      </p:sp>
      <p:sp>
        <p:nvSpPr>
          <p:cNvPr id="80" name="ledr_r2" descr="Editable shape; source id ledr_r2"/>
          <p:cNvSpPr/>
          <p:nvPr/>
        </p:nvSpPr>
        <p:spPr>
          <a:xfrm>
            <a:off x="4937124" y="281781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dr_c2_b" descr="Editable shape; source id ledr_c2_b"/>
          <p:cNvSpPr/>
          <p:nvPr/>
        </p:nvSpPr>
        <p:spPr>
          <a:xfrm>
            <a:off x="5048249" y="296068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ledr_c2_k_0" descr="Editable line; source id ledr_c2_k_0"/>
          <p:cNvCxnSpPr/>
          <p:nvPr/>
        </p:nvCxnSpPr>
        <p:spPr>
          <a:xfrm>
            <a:off x="5079999" y="303212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edr_c2_k_1" descr="Editable line; source id ledr_c2_k_1"/>
          <p:cNvCxnSpPr/>
          <p:nvPr/>
        </p:nvCxnSpPr>
        <p:spPr>
          <a:xfrm flipV="1">
            <a:off x="5111749" y="300037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ledr_x2" descr="Editable text; source id ledr_x2"/>
          <p:cNvSpPr txBox="1"/>
          <p:nvPr/>
        </p:nvSpPr>
        <p:spPr>
          <a:xfrm>
            <a:off x="5302249" y="284162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气氛</a:t>
            </a:r>
          </a:p>
        </p:txBody>
      </p:sp>
      <p:sp>
        <p:nvSpPr>
          <p:cNvPr id="85" name="ledr_r3" descr="Editable shape; source id ledr_r3"/>
          <p:cNvSpPr/>
          <p:nvPr/>
        </p:nvSpPr>
        <p:spPr>
          <a:xfrm>
            <a:off x="4937124" y="329406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edr_c3_b" descr="Editable shape; source id ledr_c3_b"/>
          <p:cNvSpPr/>
          <p:nvPr/>
        </p:nvSpPr>
        <p:spPr>
          <a:xfrm>
            <a:off x="5048249" y="343693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ledr_c3_k_0" descr="Editable line; source id ledr_c3_k_0"/>
          <p:cNvCxnSpPr/>
          <p:nvPr/>
        </p:nvCxnSpPr>
        <p:spPr>
          <a:xfrm>
            <a:off x="5079999" y="350837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ledr_c3_k_1" descr="Editable line; source id ledr_c3_k_1"/>
          <p:cNvCxnSpPr/>
          <p:nvPr/>
        </p:nvCxnSpPr>
        <p:spPr>
          <a:xfrm flipV="1">
            <a:off x="5111749" y="347662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ledr_x3" descr="Editable text; source id ledr_x3"/>
          <p:cNvSpPr txBox="1"/>
          <p:nvPr/>
        </p:nvSpPr>
        <p:spPr>
          <a:xfrm>
            <a:off x="5302249" y="331787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容器与助熔剂</a:t>
            </a:r>
          </a:p>
        </p:txBody>
      </p:sp>
      <p:sp>
        <p:nvSpPr>
          <p:cNvPr id="90" name="ledr_r4" descr="Editable shape; source id ledr_r4"/>
          <p:cNvSpPr/>
          <p:nvPr/>
        </p:nvSpPr>
        <p:spPr>
          <a:xfrm>
            <a:off x="4937124" y="377031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edr_c4_b" descr="Editable shape; source id ledr_c4_b"/>
          <p:cNvSpPr/>
          <p:nvPr/>
        </p:nvSpPr>
        <p:spPr>
          <a:xfrm>
            <a:off x="5048249" y="391318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ledr_c4_k_0" descr="Editable line; source id ledr_c4_k_0"/>
          <p:cNvCxnSpPr/>
          <p:nvPr/>
        </p:nvCxnSpPr>
        <p:spPr>
          <a:xfrm>
            <a:off x="5079999" y="398462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ledr_c4_k_1" descr="Editable line; source id ledr_c4_k_1"/>
          <p:cNvCxnSpPr/>
          <p:nvPr/>
        </p:nvCxnSpPr>
        <p:spPr>
          <a:xfrm flipV="1">
            <a:off x="5111749" y="395287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ledr_x4" descr="Editable text; source id ledr_x4"/>
          <p:cNvSpPr txBox="1"/>
          <p:nvPr/>
        </p:nvSpPr>
        <p:spPr>
          <a:xfrm>
            <a:off x="5302249" y="379412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冷却与分离</a:t>
            </a:r>
          </a:p>
        </p:txBody>
      </p:sp>
      <p:sp>
        <p:nvSpPr>
          <p:cNvPr id="95" name="ledr_r5" descr="Editable shape; source id ledr_r5"/>
          <p:cNvSpPr/>
          <p:nvPr/>
        </p:nvSpPr>
        <p:spPr>
          <a:xfrm>
            <a:off x="4937124" y="4246562"/>
            <a:ext cx="2651124" cy="428624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edr_c5_b" descr="Editable shape; source id ledr_c5_b"/>
          <p:cNvSpPr/>
          <p:nvPr/>
        </p:nvSpPr>
        <p:spPr>
          <a:xfrm>
            <a:off x="5048249" y="438943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ledr_c5_k_0" descr="Editable line; source id ledr_c5_k_0"/>
          <p:cNvCxnSpPr/>
          <p:nvPr/>
        </p:nvCxnSpPr>
        <p:spPr>
          <a:xfrm>
            <a:off x="5079999" y="4460874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ledr_c5_k_1" descr="Editable line; source id ledr_c5_k_1"/>
          <p:cNvCxnSpPr/>
          <p:nvPr/>
        </p:nvCxnSpPr>
        <p:spPr>
          <a:xfrm flipV="1">
            <a:off x="5111749" y="4429124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ledr_x5" descr="Editable text; source id ledr_x5"/>
          <p:cNvSpPr txBox="1"/>
          <p:nvPr/>
        </p:nvSpPr>
        <p:spPr>
          <a:xfrm>
            <a:off x="5302249" y="4270374"/>
            <a:ext cx="2158999" cy="388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546"/>
              </a:lnSpc>
              <a:spcBef>
                <a:spcPts val="0"/>
              </a:spcBef>
              <a:spcAft>
                <a:spcPts val="0"/>
              </a:spcAft>
              <a:def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49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100" name="u1" descr="Editable shape; source id u1"/>
          <p:cNvSpPr/>
          <p:nvPr/>
        </p:nvSpPr>
        <p:spPr>
          <a:xfrm>
            <a:off x="8143874" y="809624"/>
            <a:ext cx="371474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u1_b" descr="Editable shape; source id u1_b"/>
          <p:cNvSpPr/>
          <p:nvPr/>
        </p:nvSpPr>
        <p:spPr>
          <a:xfrm>
            <a:off x="8143874" y="80962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u1_g_n_0" descr="Editable line; source id u1_g_n_0"/>
          <p:cNvCxnSpPr/>
          <p:nvPr/>
        </p:nvCxnSpPr>
        <p:spPr>
          <a:xfrm>
            <a:off x="8413749" y="11112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u1_g_n_1" descr="Editable line; source id u1_g_n_1"/>
          <p:cNvCxnSpPr/>
          <p:nvPr/>
        </p:nvCxnSpPr>
        <p:spPr>
          <a:xfrm flipH="1">
            <a:off x="8334374" y="11985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u1_g_n_2" descr="Editable line; source id u1_g_n_2"/>
          <p:cNvCxnSpPr/>
          <p:nvPr/>
        </p:nvCxnSpPr>
        <p:spPr>
          <a:xfrm>
            <a:off x="8334374" y="1357312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u1_g_n_3" descr="Editable line; source id u1_g_n_3"/>
          <p:cNvCxnSpPr/>
          <p:nvPr/>
        </p:nvCxnSpPr>
        <p:spPr>
          <a:xfrm flipH="1" flipV="1">
            <a:off x="8477249" y="1198562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u1_g_n_4" descr="Editable line; source id u1_g_n_4"/>
          <p:cNvCxnSpPr/>
          <p:nvPr/>
        </p:nvCxnSpPr>
        <p:spPr>
          <a:xfrm flipV="1">
            <a:off x="8477249" y="1111249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u1_g_m" descr="Editable line; source id u1_g_m"/>
          <p:cNvCxnSpPr/>
          <p:nvPr/>
        </p:nvCxnSpPr>
        <p:spPr>
          <a:xfrm>
            <a:off x="8397874" y="1111249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u1_g_d1" descr="Editable shape; source id u1_g_d1"/>
          <p:cNvSpPr/>
          <p:nvPr/>
        </p:nvSpPr>
        <p:spPr>
          <a:xfrm>
            <a:off x="8405812" y="1285874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u1_g_d2" descr="Editable shape; source id u1_g_d2"/>
          <p:cNvSpPr/>
          <p:nvPr/>
        </p:nvSpPr>
        <p:spPr>
          <a:xfrm>
            <a:off x="8461374" y="1309687"/>
            <a:ext cx="15874" cy="158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u1_t" descr="Editable text; source id u1_t"/>
          <p:cNvSpPr txBox="1"/>
          <p:nvPr/>
        </p:nvSpPr>
        <p:spPr>
          <a:xfrm>
            <a:off x="8683624" y="1023937"/>
            <a:ext cx="307974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直接条件复现</a:t>
            </a:r>
          </a:p>
        </p:txBody>
      </p:sp>
      <p:sp>
        <p:nvSpPr>
          <p:cNvPr id="111" name="u2" descr="Editable shape; source id u2"/>
          <p:cNvSpPr/>
          <p:nvPr/>
        </p:nvSpPr>
        <p:spPr>
          <a:xfrm>
            <a:off x="8143874" y="1857374"/>
            <a:ext cx="371474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u2_b" descr="Editable shape; source id u2_b"/>
          <p:cNvSpPr/>
          <p:nvPr/>
        </p:nvSpPr>
        <p:spPr>
          <a:xfrm>
            <a:off x="8143874" y="185737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u2_g_o_0" descr="Editable line; source id u2_g_o_0"/>
          <p:cNvCxnSpPr/>
          <p:nvPr/>
        </p:nvCxnSpPr>
        <p:spPr>
          <a:xfrm>
            <a:off x="8445499" y="2151062"/>
            <a:ext cx="1270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u2_g_o_1" descr="Editable line; source id u2_g_o_1"/>
          <p:cNvCxnSpPr/>
          <p:nvPr/>
        </p:nvCxnSpPr>
        <p:spPr>
          <a:xfrm flipH="1">
            <a:off x="8516937" y="2230437"/>
            <a:ext cx="55562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u2_g_o_2" descr="Editable line; source id u2_g_o_2"/>
          <p:cNvCxnSpPr/>
          <p:nvPr/>
        </p:nvCxnSpPr>
        <p:spPr>
          <a:xfrm flipH="1">
            <a:off x="8374062" y="2405062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u2_g_o_3" descr="Editable line; source id u2_g_o_3"/>
          <p:cNvCxnSpPr/>
          <p:nvPr/>
        </p:nvCxnSpPr>
        <p:spPr>
          <a:xfrm flipH="1" flipV="1">
            <a:off x="8318499" y="2230437"/>
            <a:ext cx="55563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u2_g_o_4" descr="Editable line; source id u2_g_o_4"/>
          <p:cNvCxnSpPr/>
          <p:nvPr/>
        </p:nvCxnSpPr>
        <p:spPr>
          <a:xfrm flipV="1">
            <a:off x="8318499" y="2151062"/>
            <a:ext cx="127000" cy="79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u2_g_a" descr="Editable line; source id u2_g_a"/>
          <p:cNvCxnSpPr/>
          <p:nvPr/>
        </p:nvCxnSpPr>
        <p:spPr>
          <a:xfrm>
            <a:off x="8445499" y="2151062"/>
            <a:ext cx="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u2_g_b" descr="Editable line; source id u2_g_b"/>
          <p:cNvCxnSpPr/>
          <p:nvPr/>
        </p:nvCxnSpPr>
        <p:spPr>
          <a:xfrm>
            <a:off x="8318499" y="2230437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u2_t" descr="Editable text; source id u2_t"/>
          <p:cNvSpPr txBox="1"/>
          <p:nvPr/>
        </p:nvSpPr>
        <p:spPr>
          <a:xfrm>
            <a:off x="8683624" y="2071687"/>
            <a:ext cx="307974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系列内相图与结构比较</a:t>
            </a:r>
          </a:p>
        </p:txBody>
      </p:sp>
      <p:sp>
        <p:nvSpPr>
          <p:cNvPr id="121" name="u3" descr="Editable shape; source id u3"/>
          <p:cNvSpPr/>
          <p:nvPr/>
        </p:nvSpPr>
        <p:spPr>
          <a:xfrm>
            <a:off x="8143874" y="2905124"/>
            <a:ext cx="371474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u3_b" descr="Editable shape; source id u3_b"/>
          <p:cNvSpPr/>
          <p:nvPr/>
        </p:nvSpPr>
        <p:spPr>
          <a:xfrm>
            <a:off x="8143874" y="2905124"/>
            <a:ext cx="47624" cy="857249"/>
          </a:xfrm>
          <a:prstGeom prst="roundRect">
            <a:avLst>
              <a:gd name="adj" fmla="val 500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u3_g_p" descr="Editable line; source id u3_g_p"/>
          <p:cNvCxnSpPr/>
          <p:nvPr/>
        </p:nvCxnSpPr>
        <p:spPr>
          <a:xfrm>
            <a:off x="8445499" y="3214687"/>
            <a:ext cx="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u3_g_b" descr="Editable line; source id u3_g_b"/>
          <p:cNvCxnSpPr/>
          <p:nvPr/>
        </p:nvCxnSpPr>
        <p:spPr>
          <a:xfrm>
            <a:off x="8334374" y="3262312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u3_g_l_0" descr="Editable line; source id u3_g_l_0"/>
          <p:cNvCxnSpPr/>
          <p:nvPr/>
        </p:nvCxnSpPr>
        <p:spPr>
          <a:xfrm flipH="1">
            <a:off x="8302624" y="3262312"/>
            <a:ext cx="31750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u3_g_l_1" descr="Editable line; source id u3_g_l_1"/>
          <p:cNvCxnSpPr/>
          <p:nvPr/>
        </p:nvCxnSpPr>
        <p:spPr>
          <a:xfrm>
            <a:off x="8302624" y="3325812"/>
            <a:ext cx="63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u3_g_l_2" descr="Editable line; source id u3_g_l_2"/>
          <p:cNvCxnSpPr/>
          <p:nvPr/>
        </p:nvCxnSpPr>
        <p:spPr>
          <a:xfrm flipH="1" flipV="1">
            <a:off x="8334374" y="3262312"/>
            <a:ext cx="31750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u3_g_r_0" descr="Editable line; source id u3_g_r_0"/>
          <p:cNvCxnSpPr/>
          <p:nvPr/>
        </p:nvCxnSpPr>
        <p:spPr>
          <a:xfrm flipH="1">
            <a:off x="8524874" y="3262312"/>
            <a:ext cx="31750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u3_g_r_1" descr="Editable line; source id u3_g_r_1"/>
          <p:cNvCxnSpPr/>
          <p:nvPr/>
        </p:nvCxnSpPr>
        <p:spPr>
          <a:xfrm>
            <a:off x="8524874" y="3325812"/>
            <a:ext cx="63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u3_g_r_2" descr="Editable line; source id u3_g_r_2"/>
          <p:cNvCxnSpPr/>
          <p:nvPr/>
        </p:nvCxnSpPr>
        <p:spPr>
          <a:xfrm flipH="1" flipV="1">
            <a:off x="8556624" y="3262312"/>
            <a:ext cx="31750" cy="635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u3_g_f" descr="Editable line; source id u3_g_f"/>
          <p:cNvCxnSpPr/>
          <p:nvPr/>
        </p:nvCxnSpPr>
        <p:spPr>
          <a:xfrm>
            <a:off x="8381999" y="3444874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u3_t" descr="Editable text; source id u3_t"/>
          <p:cNvSpPr txBox="1"/>
          <p:nvPr/>
        </p:nvSpPr>
        <p:spPr>
          <a:xfrm>
            <a:off x="8683624" y="3119437"/>
            <a:ext cx="307974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方法与变量结构</a:t>
            </a:r>
          </a:p>
        </p:txBody>
      </p:sp>
      <p:sp>
        <p:nvSpPr>
          <p:cNvPr id="133" name="cav" descr="Editable shape; source id cav"/>
          <p:cNvSpPr/>
          <p:nvPr/>
        </p:nvSpPr>
        <p:spPr>
          <a:xfrm>
            <a:off x="8810624" y="4079874"/>
            <a:ext cx="2389187" cy="40481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av_t" descr="Editable text; source id cav_t"/>
          <p:cNvSpPr txBox="1"/>
          <p:nvPr/>
        </p:nvSpPr>
        <p:spPr>
          <a:xfrm>
            <a:off x="8889999" y="4111624"/>
            <a:ext cx="2230437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近邻条件</a:t>
            </a:r>
            <a:r>
              <a:rPr sz="1624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6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已验证配方</a:t>
            </a:r>
          </a:p>
        </p:txBody>
      </p:sp>
      <p:sp>
        <p:nvSpPr>
          <p:cNvPr id="135" name="u4" descr="Editable shape; source id u4"/>
          <p:cNvSpPr/>
          <p:nvPr/>
        </p:nvSpPr>
        <p:spPr>
          <a:xfrm>
            <a:off x="8143874" y="5087937"/>
            <a:ext cx="3714749" cy="85724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u4_g_o" descr="Editable shape; source id u4_g_o"/>
          <p:cNvSpPr/>
          <p:nvPr/>
        </p:nvSpPr>
        <p:spPr>
          <a:xfrm>
            <a:off x="8350249" y="5421312"/>
            <a:ext cx="190499" cy="190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u4_g_i" descr="Editable shape; source id u4_g_i"/>
          <p:cNvSpPr/>
          <p:nvPr/>
        </p:nvSpPr>
        <p:spPr>
          <a:xfrm>
            <a:off x="8413749" y="5484812"/>
            <a:ext cx="63499" cy="63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u4_g_t506" descr="Editable line; source id u4_g_t506"/>
          <p:cNvCxnSpPr/>
          <p:nvPr/>
        </p:nvCxnSpPr>
        <p:spPr>
          <a:xfrm>
            <a:off x="8445499" y="5373687"/>
            <a:ext cx="0" cy="5556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u4_g_t5078" descr="Editable line; source id u4_g_t5078"/>
          <p:cNvCxnSpPr/>
          <p:nvPr/>
        </p:nvCxnSpPr>
        <p:spPr>
          <a:xfrm>
            <a:off x="8445499" y="5603874"/>
            <a:ext cx="0" cy="47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u4_g_t650" descr="Editable line; source id u4_g_t650"/>
          <p:cNvCxnSpPr/>
          <p:nvPr/>
        </p:nvCxnSpPr>
        <p:spPr>
          <a:xfrm>
            <a:off x="8302624" y="5516562"/>
            <a:ext cx="55563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u4_g_t7850" descr="Editable line; source id u4_g_t7850"/>
          <p:cNvCxnSpPr/>
          <p:nvPr/>
        </p:nvCxnSpPr>
        <p:spPr>
          <a:xfrm>
            <a:off x="8532812" y="5516562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u4_t" descr="Editable text; source id u4_t"/>
          <p:cNvSpPr txBox="1"/>
          <p:nvPr/>
        </p:nvSpPr>
        <p:spPr>
          <a:xfrm>
            <a:off x="8683624" y="5302249"/>
            <a:ext cx="3079749" cy="420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812"/>
              </a:lnSpc>
              <a:spcBef>
                <a:spcPts val="0"/>
              </a:spcBef>
              <a:spcAft>
                <a:spcPts val="0"/>
              </a:spcAft>
              <a:defRPr sz="1937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37" b="1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划定研究范围</a:t>
            </a:r>
          </a:p>
        </p:txBody>
      </p:sp>
      <p:cxnSp>
        <p:nvCxnSpPr>
          <p:cNvPr id="143" name="br_a1_0" descr="Editable line; source id br_a1_0"/>
          <p:cNvCxnSpPr/>
          <p:nvPr/>
        </p:nvCxnSpPr>
        <p:spPr>
          <a:xfrm>
            <a:off x="4373562" y="1238249"/>
            <a:ext cx="182562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br_a2_0" descr="Editable line; source id br_a2_0"/>
          <p:cNvCxnSpPr/>
          <p:nvPr/>
        </p:nvCxnSpPr>
        <p:spPr>
          <a:xfrm>
            <a:off x="4373562" y="2285999"/>
            <a:ext cx="182562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br_a3_0" descr="Editable line; source id br_a3_0"/>
          <p:cNvCxnSpPr/>
          <p:nvPr/>
        </p:nvCxnSpPr>
        <p:spPr>
          <a:xfrm>
            <a:off x="4373562" y="3325812"/>
            <a:ext cx="182562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br_a4_0" descr="Editable line; source id br_a4_0"/>
          <p:cNvCxnSpPr/>
          <p:nvPr/>
        </p:nvCxnSpPr>
        <p:spPr>
          <a:xfrm>
            <a:off x="4373562" y="4373562"/>
            <a:ext cx="182562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brv_0" descr="Editable line; source id brv_0"/>
          <p:cNvCxnSpPr/>
          <p:nvPr/>
        </p:nvCxnSpPr>
        <p:spPr>
          <a:xfrm>
            <a:off x="4556124" y="1238249"/>
            <a:ext cx="0" cy="3135313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brh_0" descr="Editable line; source id brh_0"/>
          <p:cNvSpPr/>
          <p:nvPr/>
        </p:nvSpPr>
        <p:spPr>
          <a:xfrm>
            <a:off x="4556125" y="2762250"/>
            <a:ext cx="198437" cy="95250"/>
          </a:xfrm>
          <a:custGeom>
            <a:avLst/>
            <a:gdLst/>
            <a:ahLst/>
            <a:cxnLst/>
            <a:rect l="l" t="t" r="r" b="b"/>
            <a:pathLst>
              <a:path w="25000" h="12000">
                <a:moveTo>
                  <a:pt x="0" y="4750"/>
                </a:moveTo>
                <a:lnTo>
                  <a:pt x="10000" y="4750"/>
                </a:lnTo>
                <a:lnTo>
                  <a:pt x="10000" y="0"/>
                </a:lnTo>
                <a:lnTo>
                  <a:pt x="25000" y="6000"/>
                </a:lnTo>
                <a:lnTo>
                  <a:pt x="10000" y="12000"/>
                </a:lnTo>
                <a:lnTo>
                  <a:pt x="10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fan0_0" descr="Editable line; source id fan0_0"/>
          <p:cNvCxnSpPr/>
          <p:nvPr/>
        </p:nvCxnSpPr>
        <p:spPr>
          <a:xfrm>
            <a:off x="7739062" y="2809874"/>
            <a:ext cx="182562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fanv_0" descr="Editable line; source id fanv_0"/>
          <p:cNvCxnSpPr/>
          <p:nvPr/>
        </p:nvCxnSpPr>
        <p:spPr>
          <a:xfrm>
            <a:off x="7921624" y="1238249"/>
            <a:ext cx="0" cy="2087563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fan1_0" descr="Editable line; source id fan1_0"/>
          <p:cNvSpPr/>
          <p:nvPr/>
        </p:nvSpPr>
        <p:spPr>
          <a:xfrm>
            <a:off x="7921625" y="1190625"/>
            <a:ext cx="198437" cy="95250"/>
          </a:xfrm>
          <a:custGeom>
            <a:avLst/>
            <a:gdLst/>
            <a:ahLst/>
            <a:cxnLst/>
            <a:rect l="l" t="t" r="r" b="b"/>
            <a:pathLst>
              <a:path w="25000" h="12000">
                <a:moveTo>
                  <a:pt x="0" y="4750"/>
                </a:moveTo>
                <a:lnTo>
                  <a:pt x="10000" y="4750"/>
                </a:lnTo>
                <a:lnTo>
                  <a:pt x="10000" y="0"/>
                </a:lnTo>
                <a:lnTo>
                  <a:pt x="25000" y="6000"/>
                </a:lnTo>
                <a:lnTo>
                  <a:pt x="10000" y="12000"/>
                </a:lnTo>
                <a:lnTo>
                  <a:pt x="10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an2_0" descr="Editable line; source id fan2_0"/>
          <p:cNvSpPr/>
          <p:nvPr/>
        </p:nvSpPr>
        <p:spPr>
          <a:xfrm>
            <a:off x="7921625" y="2238375"/>
            <a:ext cx="198437" cy="95250"/>
          </a:xfrm>
          <a:custGeom>
            <a:avLst/>
            <a:gdLst/>
            <a:ahLst/>
            <a:cxnLst/>
            <a:rect l="l" t="t" r="r" b="b"/>
            <a:pathLst>
              <a:path w="25000" h="12000">
                <a:moveTo>
                  <a:pt x="0" y="4750"/>
                </a:moveTo>
                <a:lnTo>
                  <a:pt x="10000" y="4750"/>
                </a:lnTo>
                <a:lnTo>
                  <a:pt x="10000" y="0"/>
                </a:lnTo>
                <a:lnTo>
                  <a:pt x="25000" y="6000"/>
                </a:lnTo>
                <a:lnTo>
                  <a:pt x="10000" y="12000"/>
                </a:lnTo>
                <a:lnTo>
                  <a:pt x="10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an3_0" descr="Editable line; source id fan3_0"/>
          <p:cNvSpPr/>
          <p:nvPr/>
        </p:nvSpPr>
        <p:spPr>
          <a:xfrm>
            <a:off x="7921625" y="3278187"/>
            <a:ext cx="198437" cy="95250"/>
          </a:xfrm>
          <a:custGeom>
            <a:avLst/>
            <a:gdLst/>
            <a:ahLst/>
            <a:cxnLst/>
            <a:rect l="l" t="t" r="r" b="b"/>
            <a:pathLst>
              <a:path w="25000" h="12000">
                <a:moveTo>
                  <a:pt x="0" y="4750"/>
                </a:moveTo>
                <a:lnTo>
                  <a:pt x="10000" y="4750"/>
                </a:lnTo>
                <a:lnTo>
                  <a:pt x="10000" y="0"/>
                </a:lnTo>
                <a:lnTo>
                  <a:pt x="25000" y="6000"/>
                </a:lnTo>
                <a:lnTo>
                  <a:pt x="10000" y="12000"/>
                </a:lnTo>
                <a:lnTo>
                  <a:pt x="10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ex_0" descr="Editable line; source id ex_0"/>
          <p:cNvCxnSpPr/>
          <p:nvPr/>
        </p:nvCxnSpPr>
        <p:spPr>
          <a:xfrm>
            <a:off x="4373562" y="5516562"/>
            <a:ext cx="3738562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ex_p" descr="Editable shape; source id ex_p"/>
          <p:cNvSpPr/>
          <p:nvPr/>
        </p:nvSpPr>
        <p:spPr>
          <a:xfrm>
            <a:off x="5889624" y="5310187"/>
            <a:ext cx="698499" cy="404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x_p_t" descr="Editable text; source id ex_p_t"/>
          <p:cNvSpPr txBox="1"/>
          <p:nvPr/>
        </p:nvSpPr>
        <p:spPr>
          <a:xfrm>
            <a:off x="5968999" y="5341937"/>
            <a:ext cx="539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0" i="0" lang="zh-CN" dirty="0">
                <a:solidFill>
                  <a:srgbClr val="27303A"/>
                </a:solidFill>
                <a:latin typeface="Noto Sans CJK SC"/>
                <a:ea typeface="Noto Sans CJK SC"/>
                <a:cs typeface="Noto Sans CJK SC"/>
              </a:rPr>
              <a:t>排除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