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50106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不同文献对目标化合物合成研究的适用范围（第六轮：印刷字号 + 内容定尺寸） [paper=byzso] [print_width_pt=451.4]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206374" y="206374"/>
            <a:ext cx="4254499" cy="8088312"/>
          </a:xfrm>
          <a:prstGeom prst="roundRect">
            <a:avLst>
              <a:gd name="adj" fmla="val 2611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349249" y="285749"/>
            <a:ext cx="277812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4651374" y="206374"/>
            <a:ext cx="3174999" cy="8088312"/>
          </a:xfrm>
          <a:prstGeom prst="roundRect">
            <a:avLst>
              <a:gd name="adj" fmla="val 35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4794249" y="285749"/>
            <a:ext cx="26431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6" name="zQ" descr="Editable shape; source id zQ"/>
          <p:cNvSpPr/>
          <p:nvPr/>
        </p:nvSpPr>
        <p:spPr>
          <a:xfrm>
            <a:off x="8016874" y="206374"/>
            <a:ext cx="3968749" cy="8088312"/>
          </a:xfrm>
          <a:prstGeom prst="roundRect">
            <a:avLst>
              <a:gd name="adj" fmla="val 28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Q_l" descr="Editable text; source id zQ_l"/>
          <p:cNvSpPr txBox="1"/>
          <p:nvPr/>
        </p:nvSpPr>
        <p:spPr>
          <a:xfrm>
            <a:off x="8159749" y="285749"/>
            <a:ext cx="29209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Answerable Questions</a:t>
            </a:r>
          </a:p>
        </p:txBody>
      </p:sp>
      <p:sp>
        <p:nvSpPr>
          <p:cNvPr id="8" name="a1" descr="Editable shape; source id a1"/>
          <p:cNvSpPr/>
          <p:nvPr/>
        </p:nvSpPr>
        <p:spPr>
          <a:xfrm>
            <a:off x="1015999" y="746124"/>
            <a:ext cx="3317874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1_b" descr="Editable shape; source id a1_b"/>
          <p:cNvSpPr/>
          <p:nvPr/>
        </p:nvSpPr>
        <p:spPr>
          <a:xfrm>
            <a:off x="1015999" y="746124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1_g_s0" descr="Editable shape; source id a1_g_s0"/>
          <p:cNvSpPr/>
          <p:nvPr/>
        </p:nvSpPr>
        <p:spPr>
          <a:xfrm>
            <a:off x="1214437" y="1285874"/>
            <a:ext cx="150812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a1_g_l1" descr="Editable line; source id a1_g_l1"/>
          <p:cNvCxnSpPr/>
          <p:nvPr/>
        </p:nvCxnSpPr>
        <p:spPr>
          <a:xfrm>
            <a:off x="1254124" y="136524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a1_g_l2" descr="Editable line; source id a1_g_l2"/>
          <p:cNvCxnSpPr/>
          <p:nvPr/>
        </p:nvCxnSpPr>
        <p:spPr>
          <a:xfrm>
            <a:off x="1254124" y="1412874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1_g_l3" descr="Editable line; source id a1_g_l3"/>
          <p:cNvCxnSpPr/>
          <p:nvPr/>
        </p:nvCxnSpPr>
        <p:spPr>
          <a:xfrm>
            <a:off x="1254124" y="1460499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1_t" descr="Editable text; source id a1_t"/>
          <p:cNvSpPr txBox="1"/>
          <p:nvPr/>
        </p:nvSpPr>
        <p:spPr>
          <a:xfrm>
            <a:off x="1555749" y="865187"/>
            <a:ext cx="2682874" cy="1071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Direct Reports on </a:t>
            </a:r>
          </a:p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5" name="a2" descr="Editable shape; source id a2"/>
          <p:cNvSpPr/>
          <p:nvPr/>
        </p:nvSpPr>
        <p:spPr>
          <a:xfrm>
            <a:off x="1015999" y="2246312"/>
            <a:ext cx="3317874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2_b" descr="Editable shape; source id a2_b"/>
          <p:cNvSpPr/>
          <p:nvPr/>
        </p:nvSpPr>
        <p:spPr>
          <a:xfrm>
            <a:off x="1015999" y="2246312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a2_g_o_0" descr="Editable line; source id a2_g_o_0"/>
          <p:cNvCxnSpPr/>
          <p:nvPr/>
        </p:nvCxnSpPr>
        <p:spPr>
          <a:xfrm>
            <a:off x="1317624" y="2770187"/>
            <a:ext cx="127000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2_g_o_1" descr="Editable line; source id a2_g_o_1"/>
          <p:cNvCxnSpPr/>
          <p:nvPr/>
        </p:nvCxnSpPr>
        <p:spPr>
          <a:xfrm flipH="1">
            <a:off x="1389062" y="2849562"/>
            <a:ext cx="55562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_g_o_2" descr="Editable line; source id a2_g_o_2"/>
          <p:cNvCxnSpPr/>
          <p:nvPr/>
        </p:nvCxnSpPr>
        <p:spPr>
          <a:xfrm flipH="1">
            <a:off x="1246187" y="3024187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2_g_o_3" descr="Editable line; source id a2_g_o_3"/>
          <p:cNvCxnSpPr/>
          <p:nvPr/>
        </p:nvCxnSpPr>
        <p:spPr>
          <a:xfrm flipH="1" flipV="1">
            <a:off x="1190624" y="2849562"/>
            <a:ext cx="55563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2_g_o_4" descr="Editable line; source id a2_g_o_4"/>
          <p:cNvCxnSpPr/>
          <p:nvPr/>
        </p:nvCxnSpPr>
        <p:spPr>
          <a:xfrm flipV="1">
            <a:off x="1190624" y="2770187"/>
            <a:ext cx="127000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2_g_a" descr="Editable line; source id a2_g_a"/>
          <p:cNvCxnSpPr/>
          <p:nvPr/>
        </p:nvCxnSpPr>
        <p:spPr>
          <a:xfrm>
            <a:off x="1317624" y="2770187"/>
            <a:ext cx="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2_g_b" descr="Editable line; source id a2_g_b"/>
          <p:cNvCxnSpPr/>
          <p:nvPr/>
        </p:nvCxnSpPr>
        <p:spPr>
          <a:xfrm>
            <a:off x="1190624" y="2849562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2_t" descr="Editable text; source id a2_t"/>
          <p:cNvSpPr txBox="1"/>
          <p:nvPr/>
        </p:nvSpPr>
        <p:spPr>
          <a:xfrm>
            <a:off x="1555749" y="2365374"/>
            <a:ext cx="2682874" cy="1071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64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4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Same Ba–Y Tetragonal </a:t>
            </a:r>
          </a:p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64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4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Silicates</a:t>
            </a:r>
          </a:p>
        </p:txBody>
      </p:sp>
      <p:sp>
        <p:nvSpPr>
          <p:cNvPr id="25" name="a3" descr="Editable shape; source id a3"/>
          <p:cNvSpPr/>
          <p:nvPr/>
        </p:nvSpPr>
        <p:spPr>
          <a:xfrm>
            <a:off x="1015999" y="3746499"/>
            <a:ext cx="3317874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3_b" descr="Editable shape; source id a3_b"/>
          <p:cNvSpPr/>
          <p:nvPr/>
        </p:nvSpPr>
        <p:spPr>
          <a:xfrm>
            <a:off x="1015999" y="3746499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a3_g_h0" descr="Editable line; source id a3_g_h0"/>
          <p:cNvCxnSpPr/>
          <p:nvPr/>
        </p:nvCxnSpPr>
        <p:spPr>
          <a:xfrm>
            <a:off x="1214437" y="4302124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a3_g_v0" descr="Editable line; source id a3_g_v0"/>
          <p:cNvCxnSpPr/>
          <p:nvPr/>
        </p:nvCxnSpPr>
        <p:spPr>
          <a:xfrm>
            <a:off x="1214437" y="4302124"/>
            <a:ext cx="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a3_g_h1" descr="Editable line; source id a3_g_h1"/>
          <p:cNvCxnSpPr/>
          <p:nvPr/>
        </p:nvCxnSpPr>
        <p:spPr>
          <a:xfrm>
            <a:off x="1214437" y="4397374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a3_g_v1" descr="Editable line; source id a3_g_v1"/>
          <p:cNvCxnSpPr/>
          <p:nvPr/>
        </p:nvCxnSpPr>
        <p:spPr>
          <a:xfrm>
            <a:off x="1317624" y="4302124"/>
            <a:ext cx="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3_g_h2" descr="Editable line; source id a3_g_h2"/>
          <p:cNvCxnSpPr/>
          <p:nvPr/>
        </p:nvCxnSpPr>
        <p:spPr>
          <a:xfrm>
            <a:off x="1214437" y="4500562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3_g_v2" descr="Editable line; source id a3_g_v2"/>
          <p:cNvCxnSpPr/>
          <p:nvPr/>
        </p:nvCxnSpPr>
        <p:spPr>
          <a:xfrm>
            <a:off x="1420812" y="4302124"/>
            <a:ext cx="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3_g_d00" descr="Editable shape; source id a3_g_d00"/>
          <p:cNvSpPr/>
          <p:nvPr/>
        </p:nvSpPr>
        <p:spPr>
          <a:xfrm>
            <a:off x="1190624" y="42783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3_g_d01" descr="Editable shape; source id a3_g_d01"/>
          <p:cNvSpPr/>
          <p:nvPr/>
        </p:nvSpPr>
        <p:spPr>
          <a:xfrm>
            <a:off x="1190624" y="438149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3_g_d02" descr="Editable shape; source id a3_g_d02"/>
          <p:cNvSpPr/>
          <p:nvPr/>
        </p:nvSpPr>
        <p:spPr>
          <a:xfrm>
            <a:off x="1190624" y="447674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3_g_d10" descr="Editable shape; source id a3_g_d10"/>
          <p:cNvSpPr/>
          <p:nvPr/>
        </p:nvSpPr>
        <p:spPr>
          <a:xfrm>
            <a:off x="1293812" y="42783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3_g_d11" descr="Editable shape; source id a3_g_d11"/>
          <p:cNvSpPr/>
          <p:nvPr/>
        </p:nvSpPr>
        <p:spPr>
          <a:xfrm>
            <a:off x="1293812" y="4381499"/>
            <a:ext cx="47624" cy="476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3_g_d12" descr="Editable shape; source id a3_g_d12"/>
          <p:cNvSpPr/>
          <p:nvPr/>
        </p:nvSpPr>
        <p:spPr>
          <a:xfrm>
            <a:off x="1293812" y="447674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3_g_d20" descr="Editable shape; source id a3_g_d20"/>
          <p:cNvSpPr/>
          <p:nvPr/>
        </p:nvSpPr>
        <p:spPr>
          <a:xfrm>
            <a:off x="1396999" y="42783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3_g_d21" descr="Editable shape; source id a3_g_d21"/>
          <p:cNvSpPr/>
          <p:nvPr/>
        </p:nvSpPr>
        <p:spPr>
          <a:xfrm>
            <a:off x="1396999" y="438149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3_g_d22" descr="Editable shape; source id a3_g_d22"/>
          <p:cNvSpPr/>
          <p:nvPr/>
        </p:nvSpPr>
        <p:spPr>
          <a:xfrm>
            <a:off x="1396999" y="447674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3_t" descr="Editable text; source id a3_t"/>
          <p:cNvSpPr txBox="1"/>
          <p:nvPr/>
        </p:nvSpPr>
        <p:spPr>
          <a:xfrm>
            <a:off x="1555749" y="3865562"/>
            <a:ext cx="2682874" cy="1071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Crystal-Chemical </a:t>
            </a:r>
          </a:p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Neighbors</a:t>
            </a:r>
          </a:p>
        </p:txBody>
      </p:sp>
      <p:sp>
        <p:nvSpPr>
          <p:cNvPr id="43" name="a4" descr="Editable shape; source id a4"/>
          <p:cNvSpPr/>
          <p:nvPr/>
        </p:nvSpPr>
        <p:spPr>
          <a:xfrm>
            <a:off x="1015999" y="5246687"/>
            <a:ext cx="3317874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4_b" descr="Editable shape; source id a4_b"/>
          <p:cNvSpPr/>
          <p:nvPr/>
        </p:nvSpPr>
        <p:spPr>
          <a:xfrm>
            <a:off x="1015999" y="5246687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a4_g_b_0" descr="Editable line; source id a4_g_b_0"/>
          <p:cNvCxnSpPr/>
          <p:nvPr/>
        </p:nvCxnSpPr>
        <p:spPr>
          <a:xfrm>
            <a:off x="1230312" y="5841999"/>
            <a:ext cx="31750" cy="166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4_g_b_1" descr="Editable line; source id a4_g_b_1"/>
          <p:cNvCxnSpPr/>
          <p:nvPr/>
        </p:nvCxnSpPr>
        <p:spPr>
          <a:xfrm>
            <a:off x="1262062" y="6008687"/>
            <a:ext cx="111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4_g_b_2" descr="Editable line; source id a4_g_b_2"/>
          <p:cNvCxnSpPr/>
          <p:nvPr/>
        </p:nvCxnSpPr>
        <p:spPr>
          <a:xfrm flipV="1">
            <a:off x="1373187" y="5841999"/>
            <a:ext cx="31750" cy="166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4_g_r" descr="Editable line; source id a4_g_r"/>
          <p:cNvCxnSpPr/>
          <p:nvPr/>
        </p:nvCxnSpPr>
        <p:spPr>
          <a:xfrm>
            <a:off x="1206499" y="5841999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4_t" descr="Editable text; source id a4_t"/>
          <p:cNvSpPr txBox="1"/>
          <p:nvPr/>
        </p:nvSpPr>
        <p:spPr>
          <a:xfrm>
            <a:off x="1555749" y="5365749"/>
            <a:ext cx="2682874" cy="1071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Process Reference </a:t>
            </a:r>
          </a:p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Studies</a:t>
            </a:r>
          </a:p>
        </p:txBody>
      </p:sp>
      <p:sp>
        <p:nvSpPr>
          <p:cNvPr id="50" name="a5" descr="Editable shape; source id a5"/>
          <p:cNvSpPr/>
          <p:nvPr/>
        </p:nvSpPr>
        <p:spPr>
          <a:xfrm>
            <a:off x="1015999" y="6842124"/>
            <a:ext cx="3317874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5_g_s0" descr="Editable shape; source id a5_g_s0"/>
          <p:cNvSpPr/>
          <p:nvPr/>
        </p:nvSpPr>
        <p:spPr>
          <a:xfrm>
            <a:off x="1214437" y="7381874"/>
            <a:ext cx="150812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5_g_l1" descr="Editable line; source id a5_g_l1"/>
          <p:cNvCxnSpPr/>
          <p:nvPr/>
        </p:nvCxnSpPr>
        <p:spPr>
          <a:xfrm>
            <a:off x="1254124" y="746124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a5_g_l2" descr="Editable line; source id a5_g_l2"/>
          <p:cNvCxnSpPr/>
          <p:nvPr/>
        </p:nvCxnSpPr>
        <p:spPr>
          <a:xfrm>
            <a:off x="1254124" y="7508874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a5_g_l3" descr="Editable line; source id a5_g_l3"/>
          <p:cNvCxnSpPr/>
          <p:nvPr/>
        </p:nvCxnSpPr>
        <p:spPr>
          <a:xfrm>
            <a:off x="1254124" y="7556499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5_g_x" descr="Editable line; source id a5_g_x"/>
          <p:cNvCxnSpPr/>
          <p:nvPr/>
        </p:nvCxnSpPr>
        <p:spPr>
          <a:xfrm flipV="1">
            <a:off x="1206499" y="7365999"/>
            <a:ext cx="22225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5_t" descr="Editable text; source id a5_t"/>
          <p:cNvSpPr txBox="1"/>
          <p:nvPr/>
        </p:nvSpPr>
        <p:spPr>
          <a:xfrm>
            <a:off x="1555749" y="6961187"/>
            <a:ext cx="2682874" cy="1071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Outside Study Scope</a:t>
            </a:r>
          </a:p>
        </p:txBody>
      </p:sp>
      <p:sp>
        <p:nvSpPr>
          <p:cNvPr id="57" name="ax_n" descr="Editable text; source id ax_n"/>
          <p:cNvSpPr txBox="1"/>
          <p:nvPr/>
        </p:nvSpPr>
        <p:spPr>
          <a:xfrm>
            <a:off x="349249" y="746124"/>
            <a:ext cx="65087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Near</a:t>
            </a:r>
          </a:p>
        </p:txBody>
      </p:sp>
      <p:sp>
        <p:nvSpPr>
          <p:cNvPr id="58" name="ax_f" descr="Editable text; source id ax_f"/>
          <p:cNvSpPr txBox="1"/>
          <p:nvPr/>
        </p:nvSpPr>
        <p:spPr>
          <a:xfrm>
            <a:off x="349249" y="6238874"/>
            <a:ext cx="65087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Far</a:t>
            </a:r>
          </a:p>
        </p:txBody>
      </p:sp>
      <p:sp>
        <p:nvSpPr>
          <p:cNvPr id="59" name="ax_l" descr="Editable text; source id ax_l"/>
          <p:cNvSpPr txBox="1"/>
          <p:nvPr/>
        </p:nvSpPr>
        <p:spPr>
          <a:xfrm rot="16200000">
            <a:off x="-507999" y="3484562"/>
            <a:ext cx="23733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Distance from target</a:t>
            </a:r>
          </a:p>
        </p:txBody>
      </p:sp>
      <p:cxnSp>
        <p:nvCxnSpPr>
          <p:cNvPr id="60" name="ax_u" descr="Editable line; source id ax_u"/>
          <p:cNvCxnSpPr/>
          <p:nvPr/>
        </p:nvCxnSpPr>
        <p:spPr>
          <a:xfrm>
            <a:off x="674687" y="1111249"/>
            <a:ext cx="0" cy="1285875"/>
          </a:xfrm>
          <a:prstGeom prst="line">
            <a:avLst/>
          </a:prstGeom>
          <a:ln w="17462">
            <a:solidFill>
              <a:srgbClr val="273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ax_d" descr="Editable line; source id ax_d"/>
          <p:cNvSpPr/>
          <p:nvPr/>
        </p:nvSpPr>
        <p:spPr>
          <a:xfrm>
            <a:off x="635000" y="4905375"/>
            <a:ext cx="79375" cy="1285875"/>
          </a:xfrm>
          <a:custGeom>
            <a:avLst/>
            <a:gdLst/>
            <a:ahLst/>
            <a:cxnLst/>
            <a:rect l="l" t="t" r="r" b="b"/>
            <a:pathLst>
              <a:path w="10000" h="162000">
                <a:moveTo>
                  <a:pt x="6100" y="0"/>
                </a:moveTo>
                <a:lnTo>
                  <a:pt x="6100" y="149000"/>
                </a:lnTo>
                <a:lnTo>
                  <a:pt x="10000" y="149000"/>
                </a:lnTo>
                <a:lnTo>
                  <a:pt x="5000" y="162000"/>
                </a:lnTo>
                <a:lnTo>
                  <a:pt x="0" y="149000"/>
                </a:lnTo>
                <a:lnTo>
                  <a:pt x="3900" y="149000"/>
                </a:lnTo>
                <a:lnTo>
                  <a:pt x="3900" y="0"/>
                </a:lnTo>
                <a:close/>
              </a:path>
            </a:pathLst>
          </a:custGeom>
          <a:solidFill>
            <a:srgbClr val="27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d" descr="Editable shape; source id led"/>
          <p:cNvSpPr/>
          <p:nvPr/>
        </p:nvSpPr>
        <p:spPr>
          <a:xfrm>
            <a:off x="4778374" y="746124"/>
            <a:ext cx="2920999" cy="5810249"/>
          </a:xfrm>
          <a:prstGeom prst="roundRect">
            <a:avLst>
              <a:gd name="adj" fmla="val 2445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d_b" descr="Editable shape; source id led_b"/>
          <p:cNvSpPr/>
          <p:nvPr/>
        </p:nvSpPr>
        <p:spPr>
          <a:xfrm>
            <a:off x="4778374" y="746124"/>
            <a:ext cx="47624" cy="581024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d_g_b" descr="Editable shape; source id led_g_b"/>
          <p:cNvSpPr/>
          <p:nvPr/>
        </p:nvSpPr>
        <p:spPr>
          <a:xfrm>
            <a:off x="6127749" y="936624"/>
            <a:ext cx="261937" cy="230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ed_g_r1" descr="Editable line; source id led_g_r1"/>
          <p:cNvCxnSpPr/>
          <p:nvPr/>
        </p:nvCxnSpPr>
        <p:spPr>
          <a:xfrm>
            <a:off x="6127749" y="101599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ed_g_r2" descr="Editable line; source id led_g_r2"/>
          <p:cNvCxnSpPr/>
          <p:nvPr/>
        </p:nvCxnSpPr>
        <p:spPr>
          <a:xfrm>
            <a:off x="6127749" y="1087437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ed_g_c1" descr="Editable line; source id led_g_c1"/>
          <p:cNvCxnSpPr/>
          <p:nvPr/>
        </p:nvCxnSpPr>
        <p:spPr>
          <a:xfrm>
            <a:off x="6215062" y="936624"/>
            <a:ext cx="0" cy="230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ed_g_c2" descr="Editable line; source id led_g_c2"/>
          <p:cNvCxnSpPr/>
          <p:nvPr/>
        </p:nvCxnSpPr>
        <p:spPr>
          <a:xfrm>
            <a:off x="6310312" y="936624"/>
            <a:ext cx="0" cy="230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d_t" descr="Editable text; source id led_t"/>
          <p:cNvSpPr txBox="1"/>
          <p:nvPr/>
        </p:nvSpPr>
        <p:spPr>
          <a:xfrm>
            <a:off x="4937124" y="1285874"/>
            <a:ext cx="2651124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Compared on Shared </a:t>
            </a:r>
          </a:p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Items</a:t>
            </a:r>
          </a:p>
        </p:txBody>
      </p:sp>
      <p:sp>
        <p:nvSpPr>
          <p:cNvPr id="70" name="ledr_r0" descr="Editable shape; source id ledr_r0"/>
          <p:cNvSpPr/>
          <p:nvPr/>
        </p:nvSpPr>
        <p:spPr>
          <a:xfrm>
            <a:off x="4937124" y="2127249"/>
            <a:ext cx="2651124" cy="674687"/>
          </a:xfrm>
          <a:prstGeom prst="roundRect">
            <a:avLst>
              <a:gd name="adj" fmla="val 705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dr_c0_b" descr="Editable shape; source id ledr_c0_b"/>
          <p:cNvSpPr/>
          <p:nvPr/>
        </p:nvSpPr>
        <p:spPr>
          <a:xfrm>
            <a:off x="5048249" y="2405062"/>
            <a:ext cx="126999" cy="1269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ledr_c0_k_0" descr="Editable line; source id ledr_c0_k_0"/>
          <p:cNvCxnSpPr/>
          <p:nvPr/>
        </p:nvCxnSpPr>
        <p:spPr>
          <a:xfrm>
            <a:off x="5072062" y="2468562"/>
            <a:ext cx="23812" cy="23812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edr_c0_k_1" descr="Editable line; source id ledr_c0_k_1"/>
          <p:cNvCxnSpPr/>
          <p:nvPr/>
        </p:nvCxnSpPr>
        <p:spPr>
          <a:xfrm flipV="1">
            <a:off x="5095874" y="2436812"/>
            <a:ext cx="47625" cy="55562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ledr_x0" descr="Editable text; source id ledr_x0"/>
          <p:cNvSpPr txBox="1"/>
          <p:nvPr/>
        </p:nvSpPr>
        <p:spPr>
          <a:xfrm>
            <a:off x="5278437" y="2151062"/>
            <a:ext cx="2182812" cy="627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Ratio and raw </a:t>
            </a:r>
          </a:p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materials</a:t>
            </a:r>
          </a:p>
        </p:txBody>
      </p:sp>
      <p:sp>
        <p:nvSpPr>
          <p:cNvPr id="75" name="ledr_r1" descr="Editable shape; source id ledr_r1"/>
          <p:cNvSpPr/>
          <p:nvPr/>
        </p:nvSpPr>
        <p:spPr>
          <a:xfrm>
            <a:off x="4937124" y="2849562"/>
            <a:ext cx="2651124" cy="674687"/>
          </a:xfrm>
          <a:prstGeom prst="roundRect">
            <a:avLst>
              <a:gd name="adj" fmla="val 705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edr_c1_b" descr="Editable shape; source id ledr_c1_b"/>
          <p:cNvSpPr/>
          <p:nvPr/>
        </p:nvSpPr>
        <p:spPr>
          <a:xfrm>
            <a:off x="5048249" y="3127374"/>
            <a:ext cx="126999" cy="1269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ledr_c1_k_0" descr="Editable line; source id ledr_c1_k_0"/>
          <p:cNvCxnSpPr/>
          <p:nvPr/>
        </p:nvCxnSpPr>
        <p:spPr>
          <a:xfrm>
            <a:off x="5072062" y="3190874"/>
            <a:ext cx="23812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dr_c1_k_1" descr="Editable line; source id ledr_c1_k_1"/>
          <p:cNvCxnSpPr/>
          <p:nvPr/>
        </p:nvCxnSpPr>
        <p:spPr>
          <a:xfrm flipV="1">
            <a:off x="5095874" y="3159124"/>
            <a:ext cx="47625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dr_x1" descr="Editable text; source id ledr_x1"/>
          <p:cNvSpPr txBox="1"/>
          <p:nvPr/>
        </p:nvSpPr>
        <p:spPr>
          <a:xfrm>
            <a:off x="5278437" y="2873374"/>
            <a:ext cx="2182812" cy="627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Thermal history</a:t>
            </a:r>
          </a:p>
        </p:txBody>
      </p:sp>
      <p:sp>
        <p:nvSpPr>
          <p:cNvPr id="80" name="ledr_r2" descr="Editable shape; source id ledr_r2"/>
          <p:cNvSpPr/>
          <p:nvPr/>
        </p:nvSpPr>
        <p:spPr>
          <a:xfrm>
            <a:off x="4937124" y="3579812"/>
            <a:ext cx="2651124" cy="674687"/>
          </a:xfrm>
          <a:prstGeom prst="roundRect">
            <a:avLst>
              <a:gd name="adj" fmla="val 705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dr_c2_b" descr="Editable shape; source id ledr_c2_b"/>
          <p:cNvSpPr/>
          <p:nvPr/>
        </p:nvSpPr>
        <p:spPr>
          <a:xfrm>
            <a:off x="5048249" y="3849687"/>
            <a:ext cx="126999" cy="1269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ledr_c2_k_0" descr="Editable line; source id ledr_c2_k_0"/>
          <p:cNvCxnSpPr/>
          <p:nvPr/>
        </p:nvCxnSpPr>
        <p:spPr>
          <a:xfrm>
            <a:off x="5072062" y="3921124"/>
            <a:ext cx="23812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edr_c2_k_1" descr="Editable line; source id ledr_c2_k_1"/>
          <p:cNvCxnSpPr/>
          <p:nvPr/>
        </p:nvCxnSpPr>
        <p:spPr>
          <a:xfrm flipV="1">
            <a:off x="5095874" y="3889374"/>
            <a:ext cx="47625" cy="5556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edr_x2" descr="Editable text; source id ledr_x2"/>
          <p:cNvSpPr txBox="1"/>
          <p:nvPr/>
        </p:nvSpPr>
        <p:spPr>
          <a:xfrm>
            <a:off x="5278437" y="3603624"/>
            <a:ext cx="2182812" cy="627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Atmosphere</a:t>
            </a:r>
          </a:p>
        </p:txBody>
      </p:sp>
      <p:sp>
        <p:nvSpPr>
          <p:cNvPr id="85" name="ledr_r3" descr="Editable shape; source id ledr_r3"/>
          <p:cNvSpPr/>
          <p:nvPr/>
        </p:nvSpPr>
        <p:spPr>
          <a:xfrm>
            <a:off x="4937124" y="4302124"/>
            <a:ext cx="2651124" cy="674687"/>
          </a:xfrm>
          <a:prstGeom prst="roundRect">
            <a:avLst>
              <a:gd name="adj" fmla="val 705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edr_c3_b" descr="Editable shape; source id ledr_c3_b"/>
          <p:cNvSpPr/>
          <p:nvPr/>
        </p:nvSpPr>
        <p:spPr>
          <a:xfrm>
            <a:off x="5048249" y="4579937"/>
            <a:ext cx="126999" cy="1269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ledr_c3_k_0" descr="Editable line; source id ledr_c3_k_0"/>
          <p:cNvCxnSpPr/>
          <p:nvPr/>
        </p:nvCxnSpPr>
        <p:spPr>
          <a:xfrm>
            <a:off x="5072062" y="4643437"/>
            <a:ext cx="23812" cy="23812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edr_c3_k_1" descr="Editable line; source id ledr_c3_k_1"/>
          <p:cNvCxnSpPr/>
          <p:nvPr/>
        </p:nvCxnSpPr>
        <p:spPr>
          <a:xfrm flipV="1">
            <a:off x="5095874" y="4611687"/>
            <a:ext cx="47625" cy="55562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edr_x3" descr="Editable text; source id ledr_x3"/>
          <p:cNvSpPr txBox="1"/>
          <p:nvPr/>
        </p:nvSpPr>
        <p:spPr>
          <a:xfrm>
            <a:off x="5278437" y="4325937"/>
            <a:ext cx="2182812" cy="627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Crucible and flux</a:t>
            </a:r>
          </a:p>
        </p:txBody>
      </p:sp>
      <p:sp>
        <p:nvSpPr>
          <p:cNvPr id="90" name="ledr_r4" descr="Editable shape; source id ledr_r4"/>
          <p:cNvSpPr/>
          <p:nvPr/>
        </p:nvSpPr>
        <p:spPr>
          <a:xfrm>
            <a:off x="4937124" y="5024437"/>
            <a:ext cx="2651124" cy="674687"/>
          </a:xfrm>
          <a:prstGeom prst="roundRect">
            <a:avLst>
              <a:gd name="adj" fmla="val 705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edr_c4_b" descr="Editable shape; source id ledr_c4_b"/>
          <p:cNvSpPr/>
          <p:nvPr/>
        </p:nvSpPr>
        <p:spPr>
          <a:xfrm>
            <a:off x="5048249" y="5302249"/>
            <a:ext cx="126999" cy="1269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ledr_c4_k_0" descr="Editable line; source id ledr_c4_k_0"/>
          <p:cNvCxnSpPr/>
          <p:nvPr/>
        </p:nvCxnSpPr>
        <p:spPr>
          <a:xfrm>
            <a:off x="5072062" y="5365749"/>
            <a:ext cx="23812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edr_c4_k_1" descr="Editable line; source id ledr_c4_k_1"/>
          <p:cNvCxnSpPr/>
          <p:nvPr/>
        </p:nvCxnSpPr>
        <p:spPr>
          <a:xfrm flipV="1">
            <a:off x="5095874" y="5333999"/>
            <a:ext cx="47625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ledr_x4" descr="Editable text; source id ledr_x4"/>
          <p:cNvSpPr txBox="1"/>
          <p:nvPr/>
        </p:nvSpPr>
        <p:spPr>
          <a:xfrm>
            <a:off x="5278437" y="5048249"/>
            <a:ext cx="2182812" cy="627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Cooling and </a:t>
            </a:r>
          </a:p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separation</a:t>
            </a:r>
          </a:p>
        </p:txBody>
      </p:sp>
      <p:sp>
        <p:nvSpPr>
          <p:cNvPr id="95" name="ledr_r5" descr="Editable shape; source id ledr_r5"/>
          <p:cNvSpPr/>
          <p:nvPr/>
        </p:nvSpPr>
        <p:spPr>
          <a:xfrm>
            <a:off x="4937124" y="5754687"/>
            <a:ext cx="2651124" cy="674687"/>
          </a:xfrm>
          <a:prstGeom prst="roundRect">
            <a:avLst>
              <a:gd name="adj" fmla="val 7058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edr_c5_b" descr="Editable shape; source id ledr_c5_b"/>
          <p:cNvSpPr/>
          <p:nvPr/>
        </p:nvSpPr>
        <p:spPr>
          <a:xfrm>
            <a:off x="5048249" y="6024562"/>
            <a:ext cx="126999" cy="1269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ledr_c5_k_0" descr="Editable line; source id ledr_c5_k_0"/>
          <p:cNvCxnSpPr/>
          <p:nvPr/>
        </p:nvCxnSpPr>
        <p:spPr>
          <a:xfrm>
            <a:off x="5072062" y="6095999"/>
            <a:ext cx="23812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dr_c5_k_1" descr="Editable line; source id ledr_c5_k_1"/>
          <p:cNvCxnSpPr/>
          <p:nvPr/>
        </p:nvCxnSpPr>
        <p:spPr>
          <a:xfrm flipV="1">
            <a:off x="5095874" y="6064249"/>
            <a:ext cx="47625" cy="5556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ledr_x5" descr="Editable text; source id ledr_x5"/>
          <p:cNvSpPr txBox="1"/>
          <p:nvPr/>
        </p:nvSpPr>
        <p:spPr>
          <a:xfrm>
            <a:off x="5278437" y="5778499"/>
            <a:ext cx="2182812" cy="627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Characterization</a:t>
            </a:r>
          </a:p>
        </p:txBody>
      </p:sp>
      <p:sp>
        <p:nvSpPr>
          <p:cNvPr id="100" name="u1" descr="Editable shape; source id u1"/>
          <p:cNvSpPr/>
          <p:nvPr/>
        </p:nvSpPr>
        <p:spPr>
          <a:xfrm>
            <a:off x="8143874" y="746124"/>
            <a:ext cx="3714749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u1_b" descr="Editable shape; source id u1_b"/>
          <p:cNvSpPr/>
          <p:nvPr/>
        </p:nvSpPr>
        <p:spPr>
          <a:xfrm>
            <a:off x="8143874" y="746124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u1_g_n_0" descr="Editable line; source id u1_g_n_0"/>
          <p:cNvCxnSpPr/>
          <p:nvPr/>
        </p:nvCxnSpPr>
        <p:spPr>
          <a:xfrm>
            <a:off x="8413749" y="1269999"/>
            <a:ext cx="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u1_g_n_1" descr="Editable line; source id u1_g_n_1"/>
          <p:cNvCxnSpPr/>
          <p:nvPr/>
        </p:nvCxnSpPr>
        <p:spPr>
          <a:xfrm flipH="1">
            <a:off x="8334374" y="1365249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u1_g_n_2" descr="Editable line; source id u1_g_n_2"/>
          <p:cNvCxnSpPr/>
          <p:nvPr/>
        </p:nvCxnSpPr>
        <p:spPr>
          <a:xfrm>
            <a:off x="8334374" y="1523999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u1_g_n_3" descr="Editable line; source id u1_g_n_3"/>
          <p:cNvCxnSpPr/>
          <p:nvPr/>
        </p:nvCxnSpPr>
        <p:spPr>
          <a:xfrm flipH="1" flipV="1">
            <a:off x="8477249" y="1365249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u1_g_n_4" descr="Editable line; source id u1_g_n_4"/>
          <p:cNvCxnSpPr/>
          <p:nvPr/>
        </p:nvCxnSpPr>
        <p:spPr>
          <a:xfrm flipV="1">
            <a:off x="8477249" y="1269999"/>
            <a:ext cx="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u1_g_m" descr="Editable line; source id u1_g_m"/>
          <p:cNvCxnSpPr/>
          <p:nvPr/>
        </p:nvCxnSpPr>
        <p:spPr>
          <a:xfrm>
            <a:off x="8397874" y="1269999"/>
            <a:ext cx="95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u1_g_d1" descr="Editable shape; source id u1_g_d1"/>
          <p:cNvSpPr/>
          <p:nvPr/>
        </p:nvSpPr>
        <p:spPr>
          <a:xfrm>
            <a:off x="8405812" y="1452562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u1_g_d2" descr="Editable shape; source id u1_g_d2"/>
          <p:cNvSpPr/>
          <p:nvPr/>
        </p:nvSpPr>
        <p:spPr>
          <a:xfrm>
            <a:off x="8461374" y="1476374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u1_t" descr="Editable text; source id u1_t"/>
          <p:cNvSpPr txBox="1"/>
          <p:nvPr/>
        </p:nvSpPr>
        <p:spPr>
          <a:xfrm>
            <a:off x="8683624" y="1031874"/>
            <a:ext cx="307974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Direct Reproduction</a:t>
            </a:r>
          </a:p>
        </p:txBody>
      </p:sp>
      <p:sp>
        <p:nvSpPr>
          <p:cNvPr id="111" name="u2" descr="Editable shape; source id u2"/>
          <p:cNvSpPr/>
          <p:nvPr/>
        </p:nvSpPr>
        <p:spPr>
          <a:xfrm>
            <a:off x="8143874" y="2246312"/>
            <a:ext cx="3714749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u2_b" descr="Editable shape; source id u2_b"/>
          <p:cNvSpPr/>
          <p:nvPr/>
        </p:nvSpPr>
        <p:spPr>
          <a:xfrm>
            <a:off x="8143874" y="2246312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u2_g_o_0" descr="Editable line; source id u2_g_o_0"/>
          <p:cNvCxnSpPr/>
          <p:nvPr/>
        </p:nvCxnSpPr>
        <p:spPr>
          <a:xfrm>
            <a:off x="8445499" y="2770187"/>
            <a:ext cx="127000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u2_g_o_1" descr="Editable line; source id u2_g_o_1"/>
          <p:cNvCxnSpPr/>
          <p:nvPr/>
        </p:nvCxnSpPr>
        <p:spPr>
          <a:xfrm flipH="1">
            <a:off x="8516937" y="2849562"/>
            <a:ext cx="55562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u2_g_o_2" descr="Editable line; source id u2_g_o_2"/>
          <p:cNvCxnSpPr/>
          <p:nvPr/>
        </p:nvCxnSpPr>
        <p:spPr>
          <a:xfrm flipH="1">
            <a:off x="8374062" y="3024187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u2_g_o_3" descr="Editable line; source id u2_g_o_3"/>
          <p:cNvCxnSpPr/>
          <p:nvPr/>
        </p:nvCxnSpPr>
        <p:spPr>
          <a:xfrm flipH="1" flipV="1">
            <a:off x="8318499" y="2849562"/>
            <a:ext cx="55563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u2_g_o_4" descr="Editable line; source id u2_g_o_4"/>
          <p:cNvCxnSpPr/>
          <p:nvPr/>
        </p:nvCxnSpPr>
        <p:spPr>
          <a:xfrm flipV="1">
            <a:off x="8318499" y="2770187"/>
            <a:ext cx="127000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u2_g_a" descr="Editable line; source id u2_g_a"/>
          <p:cNvCxnSpPr/>
          <p:nvPr/>
        </p:nvCxnSpPr>
        <p:spPr>
          <a:xfrm>
            <a:off x="8445499" y="2770187"/>
            <a:ext cx="0" cy="254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u2_g_b" descr="Editable line; source id u2_g_b"/>
          <p:cNvCxnSpPr/>
          <p:nvPr/>
        </p:nvCxnSpPr>
        <p:spPr>
          <a:xfrm>
            <a:off x="8318499" y="2849562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u2_t" descr="Editable text; source id u2_t"/>
          <p:cNvSpPr txBox="1"/>
          <p:nvPr/>
        </p:nvSpPr>
        <p:spPr>
          <a:xfrm>
            <a:off x="8683624" y="2524124"/>
            <a:ext cx="307974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Family Phase </a:t>
            </a:r>
          </a:p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Comparison</a:t>
            </a:r>
          </a:p>
        </p:txBody>
      </p:sp>
      <p:sp>
        <p:nvSpPr>
          <p:cNvPr id="121" name="u3" descr="Editable shape; source id u3"/>
          <p:cNvSpPr/>
          <p:nvPr/>
        </p:nvSpPr>
        <p:spPr>
          <a:xfrm>
            <a:off x="8143874" y="3746499"/>
            <a:ext cx="3714749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u3_b" descr="Editable shape; source id u3_b"/>
          <p:cNvSpPr/>
          <p:nvPr/>
        </p:nvSpPr>
        <p:spPr>
          <a:xfrm>
            <a:off x="8143874" y="3746499"/>
            <a:ext cx="47624" cy="1309687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u3_g_p" descr="Editable line; source id u3_g_p"/>
          <p:cNvCxnSpPr/>
          <p:nvPr/>
        </p:nvCxnSpPr>
        <p:spPr>
          <a:xfrm>
            <a:off x="8445499" y="4286249"/>
            <a:ext cx="0" cy="206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u3_g_b" descr="Editable line; source id u3_g_b"/>
          <p:cNvCxnSpPr/>
          <p:nvPr/>
        </p:nvCxnSpPr>
        <p:spPr>
          <a:xfrm>
            <a:off x="8334374" y="4333874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u3_g_l_0" descr="Editable line; source id u3_g_l_0"/>
          <p:cNvCxnSpPr/>
          <p:nvPr/>
        </p:nvCxnSpPr>
        <p:spPr>
          <a:xfrm flipH="1">
            <a:off x="8302624" y="4333874"/>
            <a:ext cx="31750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u3_g_l_1" descr="Editable line; source id u3_g_l_1"/>
          <p:cNvCxnSpPr/>
          <p:nvPr/>
        </p:nvCxnSpPr>
        <p:spPr>
          <a:xfrm>
            <a:off x="8302624" y="439737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u3_g_l_2" descr="Editable line; source id u3_g_l_2"/>
          <p:cNvCxnSpPr/>
          <p:nvPr/>
        </p:nvCxnSpPr>
        <p:spPr>
          <a:xfrm flipH="1" flipV="1">
            <a:off x="8334374" y="4333874"/>
            <a:ext cx="31750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u3_g_r_0" descr="Editable line; source id u3_g_r_0"/>
          <p:cNvCxnSpPr/>
          <p:nvPr/>
        </p:nvCxnSpPr>
        <p:spPr>
          <a:xfrm flipH="1">
            <a:off x="8524874" y="4333874"/>
            <a:ext cx="31750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u3_g_r_1" descr="Editable line; source id u3_g_r_1"/>
          <p:cNvCxnSpPr/>
          <p:nvPr/>
        </p:nvCxnSpPr>
        <p:spPr>
          <a:xfrm>
            <a:off x="8524874" y="439737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u3_g_r_2" descr="Editable line; source id u3_g_r_2"/>
          <p:cNvCxnSpPr/>
          <p:nvPr/>
        </p:nvCxnSpPr>
        <p:spPr>
          <a:xfrm flipH="1" flipV="1">
            <a:off x="8556624" y="4333874"/>
            <a:ext cx="31750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u3_g_f" descr="Editable line; source id u3_g_f"/>
          <p:cNvCxnSpPr/>
          <p:nvPr/>
        </p:nvCxnSpPr>
        <p:spPr>
          <a:xfrm>
            <a:off x="8381999" y="4516437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u3_t" descr="Editable text; source id u3_t"/>
          <p:cNvSpPr txBox="1"/>
          <p:nvPr/>
        </p:nvSpPr>
        <p:spPr>
          <a:xfrm>
            <a:off x="8683624" y="4032249"/>
            <a:ext cx="307974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Methods and Variables</a:t>
            </a:r>
          </a:p>
        </p:txBody>
      </p:sp>
      <p:sp>
        <p:nvSpPr>
          <p:cNvPr id="133" name="cav" descr="Editable shape; source id cav"/>
          <p:cNvSpPr/>
          <p:nvPr/>
        </p:nvSpPr>
        <p:spPr>
          <a:xfrm>
            <a:off x="8731249" y="5460999"/>
            <a:ext cx="2532062" cy="682624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av_t" descr="Editable text; source id cav_t"/>
          <p:cNvSpPr txBox="1"/>
          <p:nvPr/>
        </p:nvSpPr>
        <p:spPr>
          <a:xfrm>
            <a:off x="8810624" y="5492749"/>
            <a:ext cx="2373312" cy="619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Neighbor conditions ≠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proven recipe</a:t>
            </a:r>
          </a:p>
        </p:txBody>
      </p:sp>
      <p:sp>
        <p:nvSpPr>
          <p:cNvPr id="135" name="u4" descr="Editable shape; source id u4"/>
          <p:cNvSpPr/>
          <p:nvPr/>
        </p:nvSpPr>
        <p:spPr>
          <a:xfrm>
            <a:off x="8143874" y="6842124"/>
            <a:ext cx="3714749" cy="1309687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u4_g_o" descr="Editable shape; source id u4_g_o"/>
          <p:cNvSpPr/>
          <p:nvPr/>
        </p:nvSpPr>
        <p:spPr>
          <a:xfrm>
            <a:off x="8350249" y="7397749"/>
            <a:ext cx="190499" cy="190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u4_g_i" descr="Editable shape; source id u4_g_i"/>
          <p:cNvSpPr/>
          <p:nvPr/>
        </p:nvSpPr>
        <p:spPr>
          <a:xfrm>
            <a:off x="8413749" y="7461249"/>
            <a:ext cx="63499" cy="6349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u4_g_t506" descr="Editable line; source id u4_g_t506"/>
          <p:cNvCxnSpPr/>
          <p:nvPr/>
        </p:nvCxnSpPr>
        <p:spPr>
          <a:xfrm>
            <a:off x="8445499" y="7358062"/>
            <a:ext cx="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u4_g_t5078" descr="Editable line; source id u4_g_t5078"/>
          <p:cNvCxnSpPr/>
          <p:nvPr/>
        </p:nvCxnSpPr>
        <p:spPr>
          <a:xfrm>
            <a:off x="8445499" y="7588249"/>
            <a:ext cx="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u4_g_t650" descr="Editable line; source id u4_g_t650"/>
          <p:cNvCxnSpPr/>
          <p:nvPr/>
        </p:nvCxnSpPr>
        <p:spPr>
          <a:xfrm>
            <a:off x="8302624" y="749299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u4_g_t7850" descr="Editable line; source id u4_g_t7850"/>
          <p:cNvCxnSpPr/>
          <p:nvPr/>
        </p:nvCxnSpPr>
        <p:spPr>
          <a:xfrm>
            <a:off x="8532812" y="7492999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u4_t" descr="Editable text; source id u4_t"/>
          <p:cNvSpPr txBox="1"/>
          <p:nvPr/>
        </p:nvSpPr>
        <p:spPr>
          <a:xfrm>
            <a:off x="8683624" y="7127874"/>
            <a:ext cx="3079749" cy="746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Study Boundary Only</a:t>
            </a:r>
          </a:p>
        </p:txBody>
      </p:sp>
      <p:cxnSp>
        <p:nvCxnSpPr>
          <p:cNvPr id="143" name="br_a1_0" descr="Editable line; source id br_a1_0"/>
          <p:cNvCxnSpPr/>
          <p:nvPr/>
        </p:nvCxnSpPr>
        <p:spPr>
          <a:xfrm>
            <a:off x="4373562" y="1396999"/>
            <a:ext cx="1825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br_a2_0" descr="Editable line; source id br_a2_0"/>
          <p:cNvCxnSpPr/>
          <p:nvPr/>
        </p:nvCxnSpPr>
        <p:spPr>
          <a:xfrm>
            <a:off x="4373562" y="2905124"/>
            <a:ext cx="1825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br_a3_0" descr="Editable line; source id br_a3_0"/>
          <p:cNvCxnSpPr/>
          <p:nvPr/>
        </p:nvCxnSpPr>
        <p:spPr>
          <a:xfrm>
            <a:off x="4373562" y="4397374"/>
            <a:ext cx="1825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br_a4_0" descr="Editable line; source id br_a4_0"/>
          <p:cNvCxnSpPr/>
          <p:nvPr/>
        </p:nvCxnSpPr>
        <p:spPr>
          <a:xfrm>
            <a:off x="4373562" y="5905499"/>
            <a:ext cx="1825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brv_0" descr="Editable line; source id brv_0"/>
          <p:cNvCxnSpPr/>
          <p:nvPr/>
        </p:nvCxnSpPr>
        <p:spPr>
          <a:xfrm>
            <a:off x="4556124" y="1396999"/>
            <a:ext cx="0" cy="45085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brh_0" descr="Editable line; source id brh_0"/>
          <p:cNvSpPr/>
          <p:nvPr/>
        </p:nvSpPr>
        <p:spPr>
          <a:xfrm>
            <a:off x="4556125" y="3603625"/>
            <a:ext cx="198437" cy="95250"/>
          </a:xfrm>
          <a:custGeom>
            <a:avLst/>
            <a:gdLst/>
            <a:ahLst/>
            <a:cxnLst/>
            <a:rect l="l" t="t" r="r" b="b"/>
            <a:pathLst>
              <a:path w="25000" h="12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5000" y="6000"/>
                </a:lnTo>
                <a:lnTo>
                  <a:pt x="10000" y="12000"/>
                </a:lnTo>
                <a:lnTo>
                  <a:pt x="1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fan0_0" descr="Editable line; source id fan0_0"/>
          <p:cNvCxnSpPr/>
          <p:nvPr/>
        </p:nvCxnSpPr>
        <p:spPr>
          <a:xfrm>
            <a:off x="7739062" y="3651249"/>
            <a:ext cx="1825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anv_0" descr="Editable line; source id fanv_0"/>
          <p:cNvCxnSpPr/>
          <p:nvPr/>
        </p:nvCxnSpPr>
        <p:spPr>
          <a:xfrm>
            <a:off x="7921624" y="1396999"/>
            <a:ext cx="0" cy="300037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an1_0" descr="Editable line; source id fan1_0"/>
          <p:cNvSpPr/>
          <p:nvPr/>
        </p:nvSpPr>
        <p:spPr>
          <a:xfrm>
            <a:off x="7921625" y="1349375"/>
            <a:ext cx="198437" cy="95250"/>
          </a:xfrm>
          <a:custGeom>
            <a:avLst/>
            <a:gdLst/>
            <a:ahLst/>
            <a:cxnLst/>
            <a:rect l="l" t="t" r="r" b="b"/>
            <a:pathLst>
              <a:path w="25000" h="12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5000" y="6000"/>
                </a:lnTo>
                <a:lnTo>
                  <a:pt x="10000" y="12000"/>
                </a:lnTo>
                <a:lnTo>
                  <a:pt x="1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an2_0" descr="Editable line; source id fan2_0"/>
          <p:cNvSpPr/>
          <p:nvPr/>
        </p:nvSpPr>
        <p:spPr>
          <a:xfrm>
            <a:off x="7921625" y="2857500"/>
            <a:ext cx="198437" cy="95250"/>
          </a:xfrm>
          <a:custGeom>
            <a:avLst/>
            <a:gdLst/>
            <a:ahLst/>
            <a:cxnLst/>
            <a:rect l="l" t="t" r="r" b="b"/>
            <a:pathLst>
              <a:path w="25000" h="12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5000" y="6000"/>
                </a:lnTo>
                <a:lnTo>
                  <a:pt x="10000" y="12000"/>
                </a:lnTo>
                <a:lnTo>
                  <a:pt x="1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an3_0" descr="Editable line; source id fan3_0"/>
          <p:cNvSpPr/>
          <p:nvPr/>
        </p:nvSpPr>
        <p:spPr>
          <a:xfrm>
            <a:off x="7921625" y="4349750"/>
            <a:ext cx="198437" cy="95250"/>
          </a:xfrm>
          <a:custGeom>
            <a:avLst/>
            <a:gdLst/>
            <a:ahLst/>
            <a:cxnLst/>
            <a:rect l="l" t="t" r="r" b="b"/>
            <a:pathLst>
              <a:path w="25000" h="12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5000" y="6000"/>
                </a:lnTo>
                <a:lnTo>
                  <a:pt x="10000" y="12000"/>
                </a:lnTo>
                <a:lnTo>
                  <a:pt x="1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ex_0" descr="Editable line; source id ex_0"/>
          <p:cNvCxnSpPr/>
          <p:nvPr/>
        </p:nvCxnSpPr>
        <p:spPr>
          <a:xfrm>
            <a:off x="4373562" y="7492999"/>
            <a:ext cx="3738562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ex_p" descr="Editable shape; source id ex_p"/>
          <p:cNvSpPr/>
          <p:nvPr/>
        </p:nvSpPr>
        <p:spPr>
          <a:xfrm>
            <a:off x="5619749" y="7302499"/>
            <a:ext cx="1230312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x_p_t" descr="Editable text; source id ex_p_t"/>
          <p:cNvSpPr txBox="1"/>
          <p:nvPr/>
        </p:nvSpPr>
        <p:spPr>
          <a:xfrm>
            <a:off x="5699124" y="7334249"/>
            <a:ext cx="1071562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